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7010D-3DE7-4F3D-B504-9089509A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5D5CE2-B897-4267-9CD5-13C796223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06BA64-ED54-4B79-9429-46927ADC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F1BD2C-361C-420E-BFFD-5703EC97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EEA311-BF1B-4BCD-BC0C-AA5D3C05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9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FF77A-CE4D-4DA4-BB37-2B347208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A4DE3-0C72-4EF5-8BD7-FB1D63548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62B6D-67CB-4262-9366-E4E8FB9F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8F22A-FB34-4B74-9BDA-F0DA2C54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A1BC8B-8190-4B3B-AD78-16F36BBB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8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5E182-C47D-4BE2-A025-30D852BB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BB37EB-DEFC-41A0-8C07-05C129FF8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30ECB6-93D1-48BB-BC61-E6C7056B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D34C05-756F-4EDB-9E88-ACB10672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3916A-F4E6-4D89-91D0-A147197C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174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405AE-61F0-4818-AFE8-8E364CF5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291AA5-12D2-479F-BEF5-5BA53949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B587D5-C4A7-414E-96E5-8D2C83BF1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0831AA-3BDF-43DB-B9D9-02A216F2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B489B2-C597-48BE-BA03-5B102D19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C9BEDE-A525-4B6F-98AB-F179F3E0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4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BA3C4-9313-4FB3-B64A-FC5E8AE9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0E268-DA5E-4674-B68B-1C79F8A83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2BA0CF-BA13-4FFD-9731-5045C18B6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D768F2-D9FC-4C28-A743-195A491DA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19F74C-9A12-4E99-B6FA-9A4FC328C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79D2CC-E44D-403A-B38C-6A4C348D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EE44EF-13E6-4AC6-8A23-BB85499E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128E69-B1BD-4D2D-A3EE-DD6B389A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87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F4B5B-9FB5-402D-AAC8-6E15535C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EE9DD-8B8A-423F-A88E-1D462D5B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1719FB-182C-42E0-B8C1-75913690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16F9A7-0AAB-498A-8F95-B058E29C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6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A35D45-8679-4F97-AF3C-7E027077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3B4659-4C64-4CA4-B2D8-D2E826F4E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DC6E9-CBE7-4AF3-AF95-52B21933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87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AE32-842D-471A-9573-60BBC2B2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3CC19-F5F6-4E52-9679-935B8666C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7E21B5-48F3-4723-A1AE-8844A8BCA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023599-E4EF-494C-8FA5-56593FA9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45B0D2-3688-46B8-A850-E8234AA5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8633FD-ACCD-4B82-91A4-28E9F10B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5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282CA-6A0F-4229-9C13-0F8662F0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2B69CB-518D-4BC2-BD62-4263AC348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F0F6BE-4CE8-4F45-8A96-6B4A79B6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EE77CC-B915-4226-B693-1903B4DD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494740-7BCE-4E2E-B51E-225B007B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CE3C3B-71BD-4D05-BE41-EA5CC86A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36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AD1D1-A1AB-47E5-A310-94C7ABDB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D69AB4-E257-48B4-A335-89AAE088E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4AD260-E031-42D4-B313-DAC809BB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CA56A3-4E15-4E30-8542-41B5A677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481FE-5BE7-44DE-AFAA-309F6B0F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47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144300-27FF-44FB-A7FA-705066A2A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5F0E90-CEA2-419A-9A1A-203311A77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A235E-3A10-40DC-8A7A-78F66378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DFD61-60DF-41A2-85F4-064291D0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62FF4-EC60-49E1-94F4-C0789A82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3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6C68E1-B163-40F5-93FC-C2C9F1D40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472EC4-3CDC-4685-AC5C-1C2549208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B548C-FE08-45AC-828D-E7E348AA35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F1302-F99B-4865-A1B1-41AFBE96F3D0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A6BD22-7725-4495-84AC-4F260AD63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A61673-9329-4851-93A9-C4E086B4A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53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A42B28-5A86-4510-B2EA-E43557BD467C}"/>
              </a:ext>
            </a:extLst>
          </p:cNvPr>
          <p:cNvSpPr/>
          <p:nvPr/>
        </p:nvSpPr>
        <p:spPr>
          <a:xfrm>
            <a:off x="0" y="2312610"/>
            <a:ext cx="12192000" cy="45146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Level3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90772A-BD12-4F1E-9FC1-82E46D2C85C4}"/>
              </a:ext>
            </a:extLst>
          </p:cNvPr>
          <p:cNvSpPr/>
          <p:nvPr/>
        </p:nvSpPr>
        <p:spPr>
          <a:xfrm>
            <a:off x="0" y="1499293"/>
            <a:ext cx="12191999" cy="826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Level2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228C03-ACAF-423A-AC1F-387B5AB5B836}"/>
              </a:ext>
            </a:extLst>
          </p:cNvPr>
          <p:cNvSpPr/>
          <p:nvPr/>
        </p:nvSpPr>
        <p:spPr>
          <a:xfrm>
            <a:off x="0" y="17754"/>
            <a:ext cx="12192000" cy="1481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                                                            Level 1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B95A75-CCBC-4664-B7E3-230D833AAEBE}"/>
              </a:ext>
            </a:extLst>
          </p:cNvPr>
          <p:cNvSpPr/>
          <p:nvPr/>
        </p:nvSpPr>
        <p:spPr>
          <a:xfrm>
            <a:off x="3718303" y="122046"/>
            <a:ext cx="3773010" cy="26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싱크로나이즈드</a:t>
            </a:r>
            <a:r>
              <a:rPr lang="ko-KR" altLang="en-US" dirty="0"/>
              <a:t> 경기 관리 시스템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A92BD4-90A5-4677-88EB-938E6D357A2E}"/>
              </a:ext>
            </a:extLst>
          </p:cNvPr>
          <p:cNvSpPr/>
          <p:nvPr/>
        </p:nvSpPr>
        <p:spPr>
          <a:xfrm>
            <a:off x="321254" y="689523"/>
            <a:ext cx="861133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</a:p>
          <a:p>
            <a:pPr algn="ctr"/>
            <a:r>
              <a:rPr lang="ko-KR" altLang="en-US" sz="1000" dirty="0"/>
              <a:t>도입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0ED65A5F-7A72-4A57-9340-954F9D561CA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3027742" y="-1887544"/>
            <a:ext cx="301147" cy="48529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67452B-5FD1-4824-B0A2-FFABD1621885}"/>
              </a:ext>
            </a:extLst>
          </p:cNvPr>
          <p:cNvSpPr/>
          <p:nvPr/>
        </p:nvSpPr>
        <p:spPr>
          <a:xfrm>
            <a:off x="2888419" y="689523"/>
            <a:ext cx="861134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</a:p>
          <a:p>
            <a:pPr algn="ctr"/>
            <a:r>
              <a:rPr lang="ko-KR" altLang="en-US" sz="1000" dirty="0"/>
              <a:t>정련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3FC74F-2554-48DE-956F-F64070B5DEA2}"/>
              </a:ext>
            </a:extLst>
          </p:cNvPr>
          <p:cNvSpPr/>
          <p:nvPr/>
        </p:nvSpPr>
        <p:spPr>
          <a:xfrm>
            <a:off x="6279445" y="709874"/>
            <a:ext cx="861134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</a:p>
          <a:p>
            <a:pPr algn="ctr"/>
            <a:r>
              <a:rPr lang="ko-KR" altLang="en-US" sz="1000" dirty="0"/>
              <a:t>구축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8F7E6B-9B1B-476A-87EA-6C5713476B05}"/>
              </a:ext>
            </a:extLst>
          </p:cNvPr>
          <p:cNvSpPr/>
          <p:nvPr/>
        </p:nvSpPr>
        <p:spPr>
          <a:xfrm>
            <a:off x="9162448" y="709874"/>
            <a:ext cx="861134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</a:p>
          <a:p>
            <a:pPr algn="ctr"/>
            <a:r>
              <a:rPr lang="ko-KR" altLang="en-US" sz="1000" dirty="0"/>
              <a:t>전이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59E6CCC1-25F9-4B0F-9462-D94B48F5E7B4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5400000">
            <a:off x="4311324" y="-603962"/>
            <a:ext cx="301147" cy="22858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0A420070-FD26-4E1B-A452-E01864FEAEE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rot="16200000" flipH="1">
            <a:off x="5996661" y="-3477"/>
            <a:ext cx="321498" cy="1105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7A557AD-7030-44C7-BFF3-DB5636C1A71A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rot="16200000" flipH="1">
            <a:off x="7438162" y="-1444979"/>
            <a:ext cx="321498" cy="39882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99BFC7-8C8A-483A-A0B7-CCEA9AD8FAA7}"/>
              </a:ext>
            </a:extLst>
          </p:cNvPr>
          <p:cNvSpPr/>
          <p:nvPr/>
        </p:nvSpPr>
        <p:spPr>
          <a:xfrm>
            <a:off x="135014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1.1</a:t>
            </a:r>
          </a:p>
          <a:p>
            <a:pPr algn="ctr"/>
            <a:r>
              <a:rPr lang="ko-KR" altLang="en-US" sz="1000" dirty="0"/>
              <a:t>계획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8A683E-9E65-4179-96AC-77E3D2699134}"/>
              </a:ext>
            </a:extLst>
          </p:cNvPr>
          <p:cNvSpPr/>
          <p:nvPr/>
        </p:nvSpPr>
        <p:spPr>
          <a:xfrm>
            <a:off x="795530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1.2</a:t>
            </a:r>
          </a:p>
          <a:p>
            <a:pPr algn="ctr"/>
            <a:r>
              <a:rPr lang="ko-KR" altLang="en-US" sz="1000" dirty="0"/>
              <a:t>분석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A309F69E-B651-4202-9679-F80191D877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rot="5400000">
            <a:off x="233890" y="1322316"/>
            <a:ext cx="662452" cy="37341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3D9B5EA-3A9E-45E6-93A4-BBFA2E1F612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16200000" flipH="1">
            <a:off x="564147" y="1365468"/>
            <a:ext cx="662452" cy="28710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56AD17-D3A3-4313-AAC3-82F16872BD5D}"/>
              </a:ext>
            </a:extLst>
          </p:cNvPr>
          <p:cNvSpPr/>
          <p:nvPr/>
        </p:nvSpPr>
        <p:spPr>
          <a:xfrm>
            <a:off x="184585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1.1.2</a:t>
            </a:r>
          </a:p>
          <a:p>
            <a:pPr algn="ctr"/>
            <a:r>
              <a:rPr lang="ko-KR" altLang="en-US" sz="600" dirty="0"/>
              <a:t>프로젝트</a:t>
            </a:r>
            <a:endParaRPr lang="en-US" altLang="ko-KR" sz="600" dirty="0"/>
          </a:p>
          <a:p>
            <a:pPr algn="ctr"/>
            <a:r>
              <a:rPr lang="ko-KR" altLang="en-US" sz="600" dirty="0"/>
              <a:t> 관리계획서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BF8A37B-BFD7-4556-B9F4-B54CEFA2DF5A}"/>
              </a:ext>
            </a:extLst>
          </p:cNvPr>
          <p:cNvCxnSpPr>
            <a:cxnSpLocks/>
            <a:stCxn id="18" idx="2"/>
            <a:endCxn id="55" idx="0"/>
          </p:cNvCxnSpPr>
          <p:nvPr/>
        </p:nvCxnSpPr>
        <p:spPr>
          <a:xfrm flipH="1">
            <a:off x="372751" y="2202752"/>
            <a:ext cx="5659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7B0A57E-0FF4-471F-BD05-7F78A01148B7}"/>
              </a:ext>
            </a:extLst>
          </p:cNvPr>
          <p:cNvSpPr/>
          <p:nvPr/>
        </p:nvSpPr>
        <p:spPr>
          <a:xfrm>
            <a:off x="184585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1.1.1</a:t>
            </a:r>
          </a:p>
          <a:p>
            <a:pPr algn="ctr"/>
            <a:r>
              <a:rPr lang="ko-KR" altLang="en-US" sz="600" dirty="0"/>
              <a:t>비즈니스 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88F3AF3-20BE-4268-8E16-0264BF28188F}"/>
              </a:ext>
            </a:extLst>
          </p:cNvPr>
          <p:cNvCxnSpPr>
            <a:cxnSpLocks/>
            <a:stCxn id="55" idx="2"/>
            <a:endCxn id="33" idx="0"/>
          </p:cNvCxnSpPr>
          <p:nvPr/>
        </p:nvCxnSpPr>
        <p:spPr>
          <a:xfrm>
            <a:off x="372751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40C8439-A45E-4EAB-B19B-2F270FA93738}"/>
              </a:ext>
            </a:extLst>
          </p:cNvPr>
          <p:cNvSpPr/>
          <p:nvPr/>
        </p:nvSpPr>
        <p:spPr>
          <a:xfrm>
            <a:off x="841689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1.2.1</a:t>
            </a:r>
          </a:p>
          <a:p>
            <a:pPr algn="ctr"/>
            <a:r>
              <a:rPr lang="ko-KR" altLang="en-US" sz="600" dirty="0"/>
              <a:t>비즈니스 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Ⅱ</a:t>
            </a:r>
            <a:endParaRPr lang="ko-KR" altLang="en-US" sz="6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E05244C-DFD1-477B-A641-28BAA4502BDF}"/>
              </a:ext>
            </a:extLst>
          </p:cNvPr>
          <p:cNvSpPr/>
          <p:nvPr/>
        </p:nvSpPr>
        <p:spPr>
          <a:xfrm>
            <a:off x="836589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1.2.2</a:t>
            </a:r>
          </a:p>
          <a:p>
            <a:pPr algn="ctr"/>
            <a:r>
              <a:rPr lang="ko-KR" altLang="en-US" sz="600" dirty="0"/>
              <a:t>요구사항</a:t>
            </a:r>
            <a:endParaRPr lang="en-US" altLang="ko-KR" sz="600" dirty="0"/>
          </a:p>
          <a:p>
            <a:pPr algn="ctr"/>
            <a:r>
              <a:rPr lang="ko-KR" altLang="en-US" sz="600" dirty="0"/>
              <a:t>분석</a:t>
            </a:r>
            <a:endParaRPr lang="en-US" altLang="ko-KR" sz="600" dirty="0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A421CB2-D510-4189-8562-870F59EEB8D0}"/>
              </a:ext>
            </a:extLst>
          </p:cNvPr>
          <p:cNvCxnSpPr>
            <a:cxnSpLocks/>
            <a:stCxn id="19" idx="2"/>
            <a:endCxn id="60" idx="0"/>
          </p:cNvCxnSpPr>
          <p:nvPr/>
        </p:nvCxnSpPr>
        <p:spPr>
          <a:xfrm flipH="1">
            <a:off x="1029855" y="2202752"/>
            <a:ext cx="9071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E335F35-288F-418A-BBE8-868B05635C01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 flipH="1">
            <a:off x="1024755" y="3050038"/>
            <a:ext cx="510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1CA186A-F865-4CF0-90DC-C4CAF865C165}"/>
              </a:ext>
            </a:extLst>
          </p:cNvPr>
          <p:cNvSpPr/>
          <p:nvPr/>
        </p:nvSpPr>
        <p:spPr>
          <a:xfrm>
            <a:off x="836589" y="388864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1.2.3</a:t>
            </a:r>
          </a:p>
          <a:p>
            <a:pPr algn="ctr"/>
            <a:r>
              <a:rPr lang="ko-KR" altLang="en-US" sz="600" dirty="0"/>
              <a:t>제약</a:t>
            </a:r>
            <a:endParaRPr lang="en-US" altLang="ko-KR" sz="600" dirty="0"/>
          </a:p>
          <a:p>
            <a:pPr algn="ctr"/>
            <a:r>
              <a:rPr lang="ko-KR" altLang="en-US" sz="600" dirty="0"/>
              <a:t>조건</a:t>
            </a:r>
            <a:endParaRPr lang="en-US" altLang="ko-KR" sz="600" dirty="0"/>
          </a:p>
          <a:p>
            <a:pPr algn="ctr"/>
            <a:r>
              <a:rPr lang="ko-KR" altLang="en-US" sz="600" dirty="0"/>
              <a:t>파악</a:t>
            </a:r>
            <a:endParaRPr lang="en-US" altLang="ko-KR" sz="600" dirty="0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7AD4DCE-775C-49C4-A219-83AF78B3A326}"/>
              </a:ext>
            </a:extLst>
          </p:cNvPr>
          <p:cNvCxnSpPr>
            <a:cxnSpLocks/>
            <a:stCxn id="62" idx="2"/>
            <a:endCxn id="73" idx="0"/>
          </p:cNvCxnSpPr>
          <p:nvPr/>
        </p:nvCxnSpPr>
        <p:spPr>
          <a:xfrm>
            <a:off x="1024755" y="379707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4990EBA-5353-464C-BEE4-79C9F1FD6AD0}"/>
              </a:ext>
            </a:extLst>
          </p:cNvPr>
          <p:cNvSpPr/>
          <p:nvPr/>
        </p:nvSpPr>
        <p:spPr>
          <a:xfrm>
            <a:off x="2033464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2.1</a:t>
            </a:r>
          </a:p>
          <a:p>
            <a:pPr algn="ctr"/>
            <a:r>
              <a:rPr lang="ko-KR" altLang="en-US" sz="1000" dirty="0"/>
              <a:t>분석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E6DFD74-EE46-4C12-B991-2B627E6EC332}"/>
              </a:ext>
            </a:extLst>
          </p:cNvPr>
          <p:cNvSpPr/>
          <p:nvPr/>
        </p:nvSpPr>
        <p:spPr>
          <a:xfrm>
            <a:off x="4020408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2.4</a:t>
            </a:r>
          </a:p>
          <a:p>
            <a:pPr algn="ctr"/>
            <a:r>
              <a:rPr lang="ko-KR" altLang="en-US" sz="1000" dirty="0"/>
              <a:t>시험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9FADB69-A48F-4841-848F-030AA8E0CE85}"/>
              </a:ext>
            </a:extLst>
          </p:cNvPr>
          <p:cNvSpPr/>
          <p:nvPr/>
        </p:nvSpPr>
        <p:spPr>
          <a:xfrm>
            <a:off x="3356333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2.3</a:t>
            </a:r>
          </a:p>
          <a:p>
            <a:pPr algn="ctr"/>
            <a:r>
              <a:rPr lang="ko-KR" altLang="en-US" sz="1000" dirty="0"/>
              <a:t>구현</a:t>
            </a:r>
            <a:endParaRPr lang="en-US" altLang="ko-KR" sz="10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A77D8C1-6BEA-4BD9-BE08-F73B270B5085}"/>
              </a:ext>
            </a:extLst>
          </p:cNvPr>
          <p:cNvSpPr/>
          <p:nvPr/>
        </p:nvSpPr>
        <p:spPr>
          <a:xfrm>
            <a:off x="2697540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2.2</a:t>
            </a:r>
          </a:p>
          <a:p>
            <a:pPr algn="ctr"/>
            <a:r>
              <a:rPr lang="ko-KR" altLang="en-US" sz="1000" dirty="0"/>
              <a:t>설계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5C21E41-A6CF-4A0E-BD58-9B361858DA17}"/>
              </a:ext>
            </a:extLst>
          </p:cNvPr>
          <p:cNvSpPr/>
          <p:nvPr/>
        </p:nvSpPr>
        <p:spPr>
          <a:xfrm>
            <a:off x="2088694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2.1.1</a:t>
            </a:r>
          </a:p>
          <a:p>
            <a:pPr algn="ctr"/>
            <a:r>
              <a:rPr lang="ko-KR" altLang="en-US" sz="600" dirty="0"/>
              <a:t>오구사항정의서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F5CF9B7-CB1B-4F83-861B-AB2E95003D22}"/>
              </a:ext>
            </a:extLst>
          </p:cNvPr>
          <p:cNvSpPr/>
          <p:nvPr/>
        </p:nvSpPr>
        <p:spPr>
          <a:xfrm>
            <a:off x="2088694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2.1.2</a:t>
            </a:r>
          </a:p>
          <a:p>
            <a:pPr algn="ctr"/>
            <a:r>
              <a:rPr lang="ko-KR" altLang="en-US" sz="600" dirty="0" err="1"/>
              <a:t>유스케이스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62962112-8208-4C3E-B5DB-D2886B88916F}"/>
              </a:ext>
            </a:extLst>
          </p:cNvPr>
          <p:cNvCxnSpPr>
            <a:cxnSpLocks/>
            <a:stCxn id="76" idx="2"/>
            <a:endCxn id="80" idx="0"/>
          </p:cNvCxnSpPr>
          <p:nvPr/>
        </p:nvCxnSpPr>
        <p:spPr>
          <a:xfrm>
            <a:off x="2276860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1F385E33-02FB-4462-AAC6-62B5EA3F1900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>
            <a:off x="2276860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FCA4A3C-BD5E-4C6E-AE1D-6B6E49E41790}"/>
              </a:ext>
            </a:extLst>
          </p:cNvPr>
          <p:cNvSpPr/>
          <p:nvPr/>
        </p:nvSpPr>
        <p:spPr>
          <a:xfrm>
            <a:off x="5555988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3.1</a:t>
            </a:r>
          </a:p>
          <a:p>
            <a:pPr algn="ctr"/>
            <a:r>
              <a:rPr lang="ko-KR" altLang="en-US" sz="1000" dirty="0"/>
              <a:t>분석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AD90E149-4A84-4CA1-A67B-26C8F316D654}"/>
              </a:ext>
            </a:extLst>
          </p:cNvPr>
          <p:cNvSpPr/>
          <p:nvPr/>
        </p:nvSpPr>
        <p:spPr>
          <a:xfrm>
            <a:off x="7542932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3.4</a:t>
            </a:r>
          </a:p>
          <a:p>
            <a:pPr algn="ctr"/>
            <a:r>
              <a:rPr lang="ko-KR" altLang="en-US" sz="1000" dirty="0"/>
              <a:t>시험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4EAB529-FC91-4500-8A23-9EE14D0C12D3}"/>
              </a:ext>
            </a:extLst>
          </p:cNvPr>
          <p:cNvSpPr/>
          <p:nvPr/>
        </p:nvSpPr>
        <p:spPr>
          <a:xfrm>
            <a:off x="6878857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3.3</a:t>
            </a:r>
          </a:p>
          <a:p>
            <a:pPr algn="ctr"/>
            <a:r>
              <a:rPr lang="ko-KR" altLang="en-US" sz="1000" dirty="0"/>
              <a:t>구현</a:t>
            </a:r>
            <a:endParaRPr lang="en-US" altLang="ko-KR" sz="1000" dirty="0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1ABC5765-98AD-4789-8D54-291F499541F5}"/>
              </a:ext>
            </a:extLst>
          </p:cNvPr>
          <p:cNvSpPr/>
          <p:nvPr/>
        </p:nvSpPr>
        <p:spPr>
          <a:xfrm>
            <a:off x="6220064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3.2</a:t>
            </a:r>
          </a:p>
          <a:p>
            <a:pPr algn="ctr"/>
            <a:r>
              <a:rPr lang="ko-KR" altLang="en-US" sz="1000" dirty="0"/>
              <a:t>설계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2DBAA2A-C83E-4446-B7E4-4BEABFE48F21}"/>
              </a:ext>
            </a:extLst>
          </p:cNvPr>
          <p:cNvSpPr/>
          <p:nvPr/>
        </p:nvSpPr>
        <p:spPr>
          <a:xfrm>
            <a:off x="9024262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4.1</a:t>
            </a:r>
          </a:p>
          <a:p>
            <a:pPr algn="ctr"/>
            <a:r>
              <a:rPr lang="ko-KR" altLang="en-US" sz="1000" dirty="0"/>
              <a:t>시험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BCB93763-12D4-44C2-AB43-CD8AE8A43969}"/>
              </a:ext>
            </a:extLst>
          </p:cNvPr>
          <p:cNvSpPr/>
          <p:nvPr/>
        </p:nvSpPr>
        <p:spPr>
          <a:xfrm>
            <a:off x="9684778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4.2</a:t>
            </a:r>
          </a:p>
          <a:p>
            <a:pPr algn="ctr"/>
            <a:r>
              <a:rPr lang="ko-KR" altLang="en-US" sz="1000" dirty="0"/>
              <a:t>인도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BFEE9E84-48B4-450D-8FC1-0B21CD07D957}"/>
                  </a:ext>
                </a:extLst>
              </p:cNvPr>
              <p:cNvSpPr/>
              <p:nvPr/>
            </p:nvSpPr>
            <p:spPr>
              <a:xfrm>
                <a:off x="2752770" y="2394568"/>
                <a:ext cx="376332" cy="6554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2.2.1</a:t>
                </a:r>
              </a:p>
              <a:p>
                <a:pPr algn="ctr"/>
                <a:r>
                  <a:rPr lang="ko-KR" altLang="en-US" sz="600" dirty="0" err="1"/>
                  <a:t>사용자인터페이스</a:t>
                </a:r>
                <a14:m>
                  <m:oMath xmlns:m="http://schemas.openxmlformats.org/officeDocument/2006/math">
                    <m:r>
                      <a:rPr lang="en-US" altLang="ko-KR" sz="600" i="1" smtClean="0">
                        <a:latin typeface="Cambria Math" panose="02040503050406030204" pitchFamily="18" charset="0"/>
                      </a:rPr>
                      <m:t>Ⅱ</m:t>
                    </m:r>
                  </m:oMath>
                </a14:m>
                <a:endParaRPr lang="ko-KR" altLang="en-US" sz="600" dirty="0"/>
              </a:p>
            </p:txBody>
          </p:sp>
        </mc:Choice>
        <mc:Fallback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BFEE9E84-48B4-450D-8FC1-0B21CD07D9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770" y="2394568"/>
                <a:ext cx="376332" cy="6554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2EC11873-1F4F-43C0-B99D-B0BCC5277E92}"/>
              </a:ext>
            </a:extLst>
          </p:cNvPr>
          <p:cNvSpPr/>
          <p:nvPr/>
        </p:nvSpPr>
        <p:spPr>
          <a:xfrm>
            <a:off x="4075638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2.4.1</a:t>
            </a:r>
          </a:p>
          <a:p>
            <a:pPr algn="ctr"/>
            <a:r>
              <a:rPr lang="ko-KR" altLang="en-US" sz="600" dirty="0"/>
              <a:t>시험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Ⅰ</a:t>
            </a:r>
            <a:endParaRPr lang="ko-KR" altLang="en-US" sz="600" dirty="0"/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87DDAC52-DC13-4283-9030-5507C5733372}"/>
              </a:ext>
            </a:extLst>
          </p:cNvPr>
          <p:cNvSpPr/>
          <p:nvPr/>
        </p:nvSpPr>
        <p:spPr>
          <a:xfrm>
            <a:off x="3419697" y="2394568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2.3.1</a:t>
            </a:r>
          </a:p>
          <a:p>
            <a:pPr algn="ctr"/>
            <a:r>
              <a:rPr lang="ko-KR" altLang="en-US" sz="600" dirty="0"/>
              <a:t>구현계획서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9ECFA090-1472-4FD0-90BA-14482716C82D}"/>
              </a:ext>
            </a:extLst>
          </p:cNvPr>
          <p:cNvSpPr/>
          <p:nvPr/>
        </p:nvSpPr>
        <p:spPr>
          <a:xfrm>
            <a:off x="9740008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4.2.1</a:t>
            </a:r>
          </a:p>
          <a:p>
            <a:pPr algn="ctr"/>
            <a:r>
              <a:rPr lang="ko-KR" altLang="en-US" sz="600" dirty="0"/>
              <a:t>데이터베이스 구축 및</a:t>
            </a:r>
            <a:endParaRPr lang="en-US" altLang="ko-KR" sz="600" dirty="0"/>
          </a:p>
          <a:p>
            <a:pPr algn="ctr"/>
            <a:r>
              <a:rPr lang="ko-KR" altLang="en-US" sz="600" dirty="0"/>
              <a:t>설계</a:t>
            </a: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D6634F13-E7C2-4519-96FB-9E8753DC15B4}"/>
              </a:ext>
            </a:extLst>
          </p:cNvPr>
          <p:cNvCxnSpPr>
            <a:stCxn id="79" idx="2"/>
            <a:endCxn id="233" idx="0"/>
          </p:cNvCxnSpPr>
          <p:nvPr/>
        </p:nvCxnSpPr>
        <p:spPr>
          <a:xfrm>
            <a:off x="2940936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55CB9B72-68DE-4261-85F8-7769D30AEB27}"/>
              </a:ext>
            </a:extLst>
          </p:cNvPr>
          <p:cNvCxnSpPr>
            <a:stCxn id="78" idx="2"/>
            <a:endCxn id="235" idx="0"/>
          </p:cNvCxnSpPr>
          <p:nvPr/>
        </p:nvCxnSpPr>
        <p:spPr>
          <a:xfrm>
            <a:off x="3599729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C9896E7-E0E4-43CB-A93C-CC0F2FFCE6DC}"/>
              </a:ext>
            </a:extLst>
          </p:cNvPr>
          <p:cNvCxnSpPr>
            <a:stCxn id="77" idx="2"/>
            <a:endCxn id="234" idx="0"/>
          </p:cNvCxnSpPr>
          <p:nvPr/>
        </p:nvCxnSpPr>
        <p:spPr>
          <a:xfrm>
            <a:off x="4263804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7C956F25-FA14-4E8A-B680-6F3B265AC271}"/>
              </a:ext>
            </a:extLst>
          </p:cNvPr>
          <p:cNvCxnSpPr>
            <a:cxnSpLocks/>
            <a:stCxn id="207" idx="2"/>
            <a:endCxn id="496" idx="0"/>
          </p:cNvCxnSpPr>
          <p:nvPr/>
        </p:nvCxnSpPr>
        <p:spPr>
          <a:xfrm>
            <a:off x="7122253" y="2202752"/>
            <a:ext cx="3704" cy="188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68C43DE4-7874-47B5-ABF5-F6EC9D6BD78D}"/>
              </a:ext>
            </a:extLst>
          </p:cNvPr>
          <p:cNvCxnSpPr>
            <a:stCxn id="206" idx="2"/>
          </p:cNvCxnSpPr>
          <p:nvPr/>
        </p:nvCxnSpPr>
        <p:spPr>
          <a:xfrm>
            <a:off x="7786328" y="2202752"/>
            <a:ext cx="1361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3D9AC042-6AF7-4DF9-A4FB-4C816FE40117}"/>
              </a:ext>
            </a:extLst>
          </p:cNvPr>
          <p:cNvCxnSpPr>
            <a:cxnSpLocks/>
            <a:stCxn id="213" idx="2"/>
            <a:endCxn id="458" idx="0"/>
          </p:cNvCxnSpPr>
          <p:nvPr/>
        </p:nvCxnSpPr>
        <p:spPr>
          <a:xfrm>
            <a:off x="9267658" y="2202752"/>
            <a:ext cx="0" cy="194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423861A7-1EF2-4D1B-966D-9FCC1A9627D5}"/>
              </a:ext>
            </a:extLst>
          </p:cNvPr>
          <p:cNvCxnSpPr>
            <a:stCxn id="214" idx="2"/>
            <a:endCxn id="240" idx="0"/>
          </p:cNvCxnSpPr>
          <p:nvPr/>
        </p:nvCxnSpPr>
        <p:spPr>
          <a:xfrm>
            <a:off x="9928174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9E99BFC2-4E4E-4AA3-8E23-E1E258EB4E8B}"/>
              </a:ext>
            </a:extLst>
          </p:cNvPr>
          <p:cNvSpPr/>
          <p:nvPr/>
        </p:nvSpPr>
        <p:spPr>
          <a:xfrm>
            <a:off x="836589" y="46373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1.2.4</a:t>
            </a:r>
          </a:p>
          <a:p>
            <a:pPr algn="ctr"/>
            <a:r>
              <a:rPr lang="ko-KR" altLang="en-US" sz="600" dirty="0"/>
              <a:t>기능</a:t>
            </a:r>
            <a:r>
              <a:rPr lang="en-US" altLang="ko-KR" sz="600" dirty="0"/>
              <a:t>/</a:t>
            </a:r>
            <a:r>
              <a:rPr lang="ko-KR" altLang="en-US" sz="600" dirty="0" err="1"/>
              <a:t>비기능</a:t>
            </a:r>
            <a:endParaRPr lang="en-US" altLang="ko-KR" sz="600" dirty="0"/>
          </a:p>
          <a:p>
            <a:pPr algn="ctr"/>
            <a:r>
              <a:rPr lang="ko-KR" altLang="en-US" sz="600" dirty="0"/>
              <a:t>도출 </a:t>
            </a:r>
            <a:endParaRPr lang="en-US" altLang="ko-KR" sz="600" dirty="0"/>
          </a:p>
        </p:txBody>
      </p: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D21F0E38-03E4-47D3-98B0-5EC6A68401AF}"/>
              </a:ext>
            </a:extLst>
          </p:cNvPr>
          <p:cNvCxnSpPr>
            <a:stCxn id="73" idx="2"/>
            <a:endCxn id="267" idx="0"/>
          </p:cNvCxnSpPr>
          <p:nvPr/>
        </p:nvCxnSpPr>
        <p:spPr>
          <a:xfrm>
            <a:off x="1024755" y="4544114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72C971B4-7E58-4F15-B9B6-6B2524FC8681}"/>
              </a:ext>
            </a:extLst>
          </p:cNvPr>
          <p:cNvSpPr/>
          <p:nvPr/>
        </p:nvSpPr>
        <p:spPr>
          <a:xfrm>
            <a:off x="4075638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2.4.2</a:t>
            </a:r>
          </a:p>
          <a:p>
            <a:pPr algn="ctr"/>
            <a:r>
              <a:rPr lang="ko-KR" altLang="en-US" sz="600" dirty="0"/>
              <a:t>시험설계</a:t>
            </a:r>
            <a:endParaRPr lang="en-US" altLang="ko-KR" sz="600" dirty="0"/>
          </a:p>
          <a:p>
            <a:pPr algn="ctr"/>
            <a:r>
              <a:rPr lang="ko-KR" altLang="en-US" sz="600" dirty="0"/>
              <a:t>기술서</a:t>
            </a:r>
            <a:r>
              <a:rPr lang="en-US" altLang="ko-KR" sz="600" dirty="0"/>
              <a:t>Ⅰ</a:t>
            </a:r>
          </a:p>
        </p:txBody>
      </p: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A85BF7B2-35E2-4A3C-AADF-5351CF494E38}"/>
              </a:ext>
            </a:extLst>
          </p:cNvPr>
          <p:cNvCxnSpPr>
            <a:stCxn id="234" idx="2"/>
            <a:endCxn id="270" idx="0"/>
          </p:cNvCxnSpPr>
          <p:nvPr/>
        </p:nvCxnSpPr>
        <p:spPr>
          <a:xfrm>
            <a:off x="4263804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64F45B17-FC51-4C46-99A1-BEFB901706C0}"/>
              </a:ext>
            </a:extLst>
          </p:cNvPr>
          <p:cNvSpPr/>
          <p:nvPr/>
        </p:nvSpPr>
        <p:spPr>
          <a:xfrm>
            <a:off x="4075638" y="388864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2.4.3</a:t>
            </a:r>
          </a:p>
          <a:p>
            <a:pPr algn="ctr"/>
            <a:r>
              <a:rPr lang="ko-KR" altLang="en-US" sz="600" dirty="0"/>
              <a:t>시험</a:t>
            </a:r>
            <a:r>
              <a:rPr lang="en-US" altLang="ko-KR" sz="600" dirty="0"/>
              <a:t>Ⅰ</a:t>
            </a: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C1F468C0-AA3F-4C4E-8CE9-0DD4B4B4E56D}"/>
              </a:ext>
            </a:extLst>
          </p:cNvPr>
          <p:cNvCxnSpPr>
            <a:stCxn id="270" idx="2"/>
            <a:endCxn id="273" idx="0"/>
          </p:cNvCxnSpPr>
          <p:nvPr/>
        </p:nvCxnSpPr>
        <p:spPr>
          <a:xfrm>
            <a:off x="4263804" y="379707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355FEAF1-41DF-41D3-9CA4-58DFB2E0CCDC}"/>
              </a:ext>
            </a:extLst>
          </p:cNvPr>
          <p:cNvSpPr/>
          <p:nvPr/>
        </p:nvSpPr>
        <p:spPr>
          <a:xfrm>
            <a:off x="4075638" y="46373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2.4.4</a:t>
            </a:r>
          </a:p>
          <a:p>
            <a:pPr algn="ctr"/>
            <a:r>
              <a:rPr lang="ko-KR" altLang="en-US" sz="600" dirty="0"/>
              <a:t>시험결과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Ⅰ</a:t>
            </a:r>
          </a:p>
        </p:txBody>
      </p:sp>
      <p:cxnSp>
        <p:nvCxnSpPr>
          <p:cNvPr id="349" name="직선 연결선 348">
            <a:extLst>
              <a:ext uri="{FF2B5EF4-FFF2-40B4-BE49-F238E27FC236}">
                <a16:creationId xmlns:a16="http://schemas.microsoft.com/office/drawing/2014/main" id="{DF136973-4F87-40C8-B5DD-8D78C70BF592}"/>
              </a:ext>
            </a:extLst>
          </p:cNvPr>
          <p:cNvCxnSpPr>
            <a:stCxn id="273" idx="2"/>
            <a:endCxn id="277" idx="0"/>
          </p:cNvCxnSpPr>
          <p:nvPr/>
        </p:nvCxnSpPr>
        <p:spPr>
          <a:xfrm>
            <a:off x="4263804" y="4544114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D5B4E0C7-4F80-4A1A-98E6-E2F92EE8F460}"/>
              </a:ext>
            </a:extLst>
          </p:cNvPr>
          <p:cNvSpPr/>
          <p:nvPr/>
        </p:nvSpPr>
        <p:spPr>
          <a:xfrm>
            <a:off x="4075638" y="538313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2.4.5</a:t>
            </a:r>
            <a:r>
              <a:rPr lang="ko-KR" altLang="en-US" sz="600" dirty="0"/>
              <a:t>시험 한계 및 문제점도출</a:t>
            </a:r>
            <a:r>
              <a:rPr lang="en-US" altLang="ko-KR" sz="600" dirty="0"/>
              <a:t>Ⅰ</a:t>
            </a:r>
          </a:p>
        </p:txBody>
      </p: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id="{06F3DD72-AA7F-4299-9E21-5DFEAD1679F8}"/>
              </a:ext>
            </a:extLst>
          </p:cNvPr>
          <p:cNvCxnSpPr>
            <a:stCxn id="277" idx="2"/>
            <a:endCxn id="350" idx="0"/>
          </p:cNvCxnSpPr>
          <p:nvPr/>
        </p:nvCxnSpPr>
        <p:spPr>
          <a:xfrm>
            <a:off x="4263804" y="5292828"/>
            <a:ext cx="0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CEC58709-2AB9-4715-8C9B-569D6FECBA51}"/>
              </a:ext>
            </a:extLst>
          </p:cNvPr>
          <p:cNvSpPr/>
          <p:nvPr/>
        </p:nvSpPr>
        <p:spPr>
          <a:xfrm>
            <a:off x="4072982" y="612891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2.4.6</a:t>
            </a:r>
            <a:r>
              <a:rPr lang="ko-KR" altLang="en-US" sz="600" dirty="0"/>
              <a:t>시험문제점수정</a:t>
            </a:r>
            <a:r>
              <a:rPr lang="en-US" altLang="ko-KR" sz="600" dirty="0"/>
              <a:t>Ⅰ</a:t>
            </a:r>
          </a:p>
        </p:txBody>
      </p: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C16F6D65-C898-48C1-9B4B-E3D03FBE3F49}"/>
              </a:ext>
            </a:extLst>
          </p:cNvPr>
          <p:cNvCxnSpPr/>
          <p:nvPr/>
        </p:nvCxnSpPr>
        <p:spPr>
          <a:xfrm>
            <a:off x="4261148" y="6038608"/>
            <a:ext cx="0" cy="220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연결선: 꺾임 412">
            <a:extLst>
              <a:ext uri="{FF2B5EF4-FFF2-40B4-BE49-F238E27FC236}">
                <a16:creationId xmlns:a16="http://schemas.microsoft.com/office/drawing/2014/main" id="{10D45AF9-032B-43DF-97FD-DCF996550BE1}"/>
              </a:ext>
            </a:extLst>
          </p:cNvPr>
          <p:cNvCxnSpPr>
            <a:stCxn id="9" idx="2"/>
            <a:endCxn id="76" idx="0"/>
          </p:cNvCxnSpPr>
          <p:nvPr/>
        </p:nvCxnSpPr>
        <p:spPr>
          <a:xfrm rot="5400000">
            <a:off x="2466697" y="987958"/>
            <a:ext cx="662452" cy="104212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연결선: 꺾임 414">
            <a:extLst>
              <a:ext uri="{FF2B5EF4-FFF2-40B4-BE49-F238E27FC236}">
                <a16:creationId xmlns:a16="http://schemas.microsoft.com/office/drawing/2014/main" id="{AF4A5ECC-53A2-47FE-8BBC-FFFFE721E94D}"/>
              </a:ext>
            </a:extLst>
          </p:cNvPr>
          <p:cNvCxnSpPr>
            <a:stCxn id="9" idx="2"/>
            <a:endCxn id="79" idx="0"/>
          </p:cNvCxnSpPr>
          <p:nvPr/>
        </p:nvCxnSpPr>
        <p:spPr>
          <a:xfrm rot="5400000">
            <a:off x="2798735" y="1319996"/>
            <a:ext cx="662452" cy="37805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연결선: 꺾임 416">
            <a:extLst>
              <a:ext uri="{FF2B5EF4-FFF2-40B4-BE49-F238E27FC236}">
                <a16:creationId xmlns:a16="http://schemas.microsoft.com/office/drawing/2014/main" id="{D67E6F60-570B-496B-8824-90C14C4A041A}"/>
              </a:ext>
            </a:extLst>
          </p:cNvPr>
          <p:cNvCxnSpPr>
            <a:stCxn id="9" idx="2"/>
            <a:endCxn id="78" idx="0"/>
          </p:cNvCxnSpPr>
          <p:nvPr/>
        </p:nvCxnSpPr>
        <p:spPr>
          <a:xfrm rot="16200000" flipH="1">
            <a:off x="3128131" y="1368649"/>
            <a:ext cx="662452" cy="28074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연결선: 꺾임 418">
            <a:extLst>
              <a:ext uri="{FF2B5EF4-FFF2-40B4-BE49-F238E27FC236}">
                <a16:creationId xmlns:a16="http://schemas.microsoft.com/office/drawing/2014/main" id="{4940B174-FCDE-44CF-A0B7-2C053008E558}"/>
              </a:ext>
            </a:extLst>
          </p:cNvPr>
          <p:cNvCxnSpPr>
            <a:cxnSpLocks/>
            <a:stCxn id="9" idx="2"/>
            <a:endCxn id="77" idx="0"/>
          </p:cNvCxnSpPr>
          <p:nvPr/>
        </p:nvCxnSpPr>
        <p:spPr>
          <a:xfrm rot="16200000" flipH="1">
            <a:off x="3460169" y="1036612"/>
            <a:ext cx="662452" cy="9448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연결선: 꺾임 422">
            <a:extLst>
              <a:ext uri="{FF2B5EF4-FFF2-40B4-BE49-F238E27FC236}">
                <a16:creationId xmlns:a16="http://schemas.microsoft.com/office/drawing/2014/main" id="{594926CC-5C48-4AD0-9987-4DF6D49A560C}"/>
              </a:ext>
            </a:extLst>
          </p:cNvPr>
          <p:cNvCxnSpPr>
            <a:stCxn id="10" idx="2"/>
            <a:endCxn id="205" idx="0"/>
          </p:cNvCxnSpPr>
          <p:nvPr/>
        </p:nvCxnSpPr>
        <p:spPr>
          <a:xfrm rot="5400000">
            <a:off x="5933648" y="1063882"/>
            <a:ext cx="642101" cy="9106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연결선: 꺾임 424">
            <a:extLst>
              <a:ext uri="{FF2B5EF4-FFF2-40B4-BE49-F238E27FC236}">
                <a16:creationId xmlns:a16="http://schemas.microsoft.com/office/drawing/2014/main" id="{9A6E315D-1288-4664-B8DF-580DA3C7D6DD}"/>
              </a:ext>
            </a:extLst>
          </p:cNvPr>
          <p:cNvCxnSpPr>
            <a:cxnSpLocks/>
            <a:stCxn id="10" idx="2"/>
            <a:endCxn id="208" idx="0"/>
          </p:cNvCxnSpPr>
          <p:nvPr/>
        </p:nvCxnSpPr>
        <p:spPr>
          <a:xfrm rot="5400000">
            <a:off x="6265686" y="1395920"/>
            <a:ext cx="642101" cy="24655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연결선: 꺾임 426">
            <a:extLst>
              <a:ext uri="{FF2B5EF4-FFF2-40B4-BE49-F238E27FC236}">
                <a16:creationId xmlns:a16="http://schemas.microsoft.com/office/drawing/2014/main" id="{12F550D3-0DF7-410C-8417-053D8177DF74}"/>
              </a:ext>
            </a:extLst>
          </p:cNvPr>
          <p:cNvCxnSpPr>
            <a:cxnSpLocks/>
            <a:stCxn id="10" idx="2"/>
            <a:endCxn id="207" idx="0"/>
          </p:cNvCxnSpPr>
          <p:nvPr/>
        </p:nvCxnSpPr>
        <p:spPr>
          <a:xfrm rot="16200000" flipH="1">
            <a:off x="6595082" y="1313075"/>
            <a:ext cx="642101" cy="4122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연결선: 꺾임 430">
            <a:extLst>
              <a:ext uri="{FF2B5EF4-FFF2-40B4-BE49-F238E27FC236}">
                <a16:creationId xmlns:a16="http://schemas.microsoft.com/office/drawing/2014/main" id="{DC3B4FD2-9547-4548-ABF2-2BEBFF2B3863}"/>
              </a:ext>
            </a:extLst>
          </p:cNvPr>
          <p:cNvCxnSpPr>
            <a:stCxn id="10" idx="2"/>
            <a:endCxn id="206" idx="0"/>
          </p:cNvCxnSpPr>
          <p:nvPr/>
        </p:nvCxnSpPr>
        <p:spPr>
          <a:xfrm rot="16200000" flipH="1">
            <a:off x="6927120" y="981038"/>
            <a:ext cx="642101" cy="107631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연결선: 꺾임 432">
            <a:extLst>
              <a:ext uri="{FF2B5EF4-FFF2-40B4-BE49-F238E27FC236}">
                <a16:creationId xmlns:a16="http://schemas.microsoft.com/office/drawing/2014/main" id="{76B0FA35-6A9B-4747-A2D5-ADFE83AF931C}"/>
              </a:ext>
            </a:extLst>
          </p:cNvPr>
          <p:cNvCxnSpPr>
            <a:stCxn id="11" idx="2"/>
            <a:endCxn id="213" idx="0"/>
          </p:cNvCxnSpPr>
          <p:nvPr/>
        </p:nvCxnSpPr>
        <p:spPr>
          <a:xfrm rot="5400000">
            <a:off x="9109287" y="1356518"/>
            <a:ext cx="642101" cy="32535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연결선: 꺾임 434">
            <a:extLst>
              <a:ext uri="{FF2B5EF4-FFF2-40B4-BE49-F238E27FC236}">
                <a16:creationId xmlns:a16="http://schemas.microsoft.com/office/drawing/2014/main" id="{7245197C-6368-4F2B-BAC1-B3929231FADC}"/>
              </a:ext>
            </a:extLst>
          </p:cNvPr>
          <p:cNvCxnSpPr>
            <a:stCxn id="11" idx="2"/>
            <a:endCxn id="214" idx="0"/>
          </p:cNvCxnSpPr>
          <p:nvPr/>
        </p:nvCxnSpPr>
        <p:spPr>
          <a:xfrm rot="16200000" flipH="1">
            <a:off x="9439544" y="1351616"/>
            <a:ext cx="642101" cy="33515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4DC364B7-4BA6-49AF-A209-37248323B1BA}"/>
              </a:ext>
            </a:extLst>
          </p:cNvPr>
          <p:cNvSpPr/>
          <p:nvPr/>
        </p:nvSpPr>
        <p:spPr>
          <a:xfrm>
            <a:off x="7598420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3.4.1</a:t>
            </a:r>
          </a:p>
          <a:p>
            <a:pPr algn="ctr"/>
            <a:r>
              <a:rPr lang="ko-KR" altLang="en-US" sz="600" dirty="0"/>
              <a:t>시험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A7F6A11D-903C-4DE1-8F48-198F25E99BA6}"/>
              </a:ext>
            </a:extLst>
          </p:cNvPr>
          <p:cNvSpPr/>
          <p:nvPr/>
        </p:nvSpPr>
        <p:spPr>
          <a:xfrm>
            <a:off x="7598420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3.4.2</a:t>
            </a:r>
          </a:p>
          <a:p>
            <a:pPr algn="ctr"/>
            <a:r>
              <a:rPr lang="ko-KR" altLang="en-US" sz="600" dirty="0"/>
              <a:t>시험설계</a:t>
            </a:r>
            <a:endParaRPr lang="en-US" altLang="ko-KR" sz="600" dirty="0"/>
          </a:p>
          <a:p>
            <a:pPr algn="ctr"/>
            <a:r>
              <a:rPr lang="ko-KR" altLang="en-US" sz="600" dirty="0"/>
              <a:t>기술서</a:t>
            </a:r>
            <a:r>
              <a:rPr lang="en-US" altLang="ko-KR" sz="600" dirty="0"/>
              <a:t> Ⅱ</a:t>
            </a:r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DBB613C6-D501-4392-B348-075A4F7447A2}"/>
              </a:ext>
            </a:extLst>
          </p:cNvPr>
          <p:cNvSpPr/>
          <p:nvPr/>
        </p:nvSpPr>
        <p:spPr>
          <a:xfrm>
            <a:off x="7598420" y="388864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3.4.3</a:t>
            </a:r>
          </a:p>
          <a:p>
            <a:pPr algn="ctr"/>
            <a:r>
              <a:rPr lang="ko-KR" altLang="en-US" sz="600" dirty="0"/>
              <a:t>시험</a:t>
            </a:r>
            <a:r>
              <a:rPr lang="en-US" altLang="ko-KR" sz="600" dirty="0"/>
              <a:t> Ⅱ</a:t>
            </a:r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EBA7499F-BD2E-45B7-8AAB-E3FEC3BDB6C9}"/>
              </a:ext>
            </a:extLst>
          </p:cNvPr>
          <p:cNvSpPr/>
          <p:nvPr/>
        </p:nvSpPr>
        <p:spPr>
          <a:xfrm>
            <a:off x="7598420" y="46373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3.4.4</a:t>
            </a:r>
          </a:p>
          <a:p>
            <a:pPr algn="ctr"/>
            <a:r>
              <a:rPr lang="ko-KR" altLang="en-US" sz="600" dirty="0"/>
              <a:t>시험결과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 Ⅱ</a:t>
            </a:r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773F56D7-A128-4FDC-BF1E-4E1C520820CC}"/>
              </a:ext>
            </a:extLst>
          </p:cNvPr>
          <p:cNvSpPr/>
          <p:nvPr/>
        </p:nvSpPr>
        <p:spPr>
          <a:xfrm>
            <a:off x="7598420" y="538313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3.4.5</a:t>
            </a:r>
            <a:r>
              <a:rPr lang="ko-KR" altLang="en-US" sz="600" dirty="0"/>
              <a:t>시험 한계 및 문제점도출</a:t>
            </a:r>
            <a:r>
              <a:rPr lang="en-US" altLang="ko-KR" sz="600" dirty="0"/>
              <a:t> Ⅱ</a:t>
            </a:r>
          </a:p>
        </p:txBody>
      </p:sp>
      <p:sp>
        <p:nvSpPr>
          <p:cNvPr id="443" name="직사각형 442">
            <a:extLst>
              <a:ext uri="{FF2B5EF4-FFF2-40B4-BE49-F238E27FC236}">
                <a16:creationId xmlns:a16="http://schemas.microsoft.com/office/drawing/2014/main" id="{0CB556F7-C909-4A90-9D27-8BAD9A5EFF55}"/>
              </a:ext>
            </a:extLst>
          </p:cNvPr>
          <p:cNvSpPr/>
          <p:nvPr/>
        </p:nvSpPr>
        <p:spPr>
          <a:xfrm>
            <a:off x="7595764" y="612891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3.4..6</a:t>
            </a:r>
            <a:r>
              <a:rPr lang="ko-KR" altLang="en-US" sz="600" dirty="0"/>
              <a:t>문제점수정</a:t>
            </a:r>
            <a:r>
              <a:rPr lang="en-US" altLang="ko-KR" sz="600" dirty="0"/>
              <a:t>Ⅱ</a:t>
            </a:r>
          </a:p>
        </p:txBody>
      </p: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32BA999A-9D3E-41D1-B520-B46351018A02}"/>
              </a:ext>
            </a:extLst>
          </p:cNvPr>
          <p:cNvCxnSpPr>
            <a:stCxn id="438" idx="2"/>
            <a:endCxn id="439" idx="0"/>
          </p:cNvCxnSpPr>
          <p:nvPr/>
        </p:nvCxnSpPr>
        <p:spPr>
          <a:xfrm>
            <a:off x="7786586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직선 연결선 448">
            <a:extLst>
              <a:ext uri="{FF2B5EF4-FFF2-40B4-BE49-F238E27FC236}">
                <a16:creationId xmlns:a16="http://schemas.microsoft.com/office/drawing/2014/main" id="{A03BB356-808B-41C8-8A05-17AFED21D44E}"/>
              </a:ext>
            </a:extLst>
          </p:cNvPr>
          <p:cNvCxnSpPr>
            <a:stCxn id="439" idx="2"/>
            <a:endCxn id="440" idx="0"/>
          </p:cNvCxnSpPr>
          <p:nvPr/>
        </p:nvCxnSpPr>
        <p:spPr>
          <a:xfrm>
            <a:off x="7786586" y="379707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직선 연결선 450">
            <a:extLst>
              <a:ext uri="{FF2B5EF4-FFF2-40B4-BE49-F238E27FC236}">
                <a16:creationId xmlns:a16="http://schemas.microsoft.com/office/drawing/2014/main" id="{0D0196A3-9F30-49B9-B541-9DFE8AC5F53E}"/>
              </a:ext>
            </a:extLst>
          </p:cNvPr>
          <p:cNvCxnSpPr>
            <a:stCxn id="440" idx="2"/>
            <a:endCxn id="441" idx="0"/>
          </p:cNvCxnSpPr>
          <p:nvPr/>
        </p:nvCxnSpPr>
        <p:spPr>
          <a:xfrm>
            <a:off x="7786586" y="4544114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직선 연결선 452">
            <a:extLst>
              <a:ext uri="{FF2B5EF4-FFF2-40B4-BE49-F238E27FC236}">
                <a16:creationId xmlns:a16="http://schemas.microsoft.com/office/drawing/2014/main" id="{300083E4-1A74-4560-856C-0CE54A6568C3}"/>
              </a:ext>
            </a:extLst>
          </p:cNvPr>
          <p:cNvCxnSpPr>
            <a:stCxn id="441" idx="2"/>
            <a:endCxn id="442" idx="0"/>
          </p:cNvCxnSpPr>
          <p:nvPr/>
        </p:nvCxnSpPr>
        <p:spPr>
          <a:xfrm>
            <a:off x="7786586" y="5292828"/>
            <a:ext cx="0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직선 연결선 456">
            <a:extLst>
              <a:ext uri="{FF2B5EF4-FFF2-40B4-BE49-F238E27FC236}">
                <a16:creationId xmlns:a16="http://schemas.microsoft.com/office/drawing/2014/main" id="{0C4932E4-7F33-48E1-BB2E-8ED36305B40F}"/>
              </a:ext>
            </a:extLst>
          </p:cNvPr>
          <p:cNvCxnSpPr>
            <a:stCxn id="442" idx="2"/>
            <a:endCxn id="443" idx="0"/>
          </p:cNvCxnSpPr>
          <p:nvPr/>
        </p:nvCxnSpPr>
        <p:spPr>
          <a:xfrm flipH="1">
            <a:off x="7783930" y="6038608"/>
            <a:ext cx="2656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8BBF7F21-25B4-421D-805F-DE856AF91719}"/>
              </a:ext>
            </a:extLst>
          </p:cNvPr>
          <p:cNvSpPr/>
          <p:nvPr/>
        </p:nvSpPr>
        <p:spPr>
          <a:xfrm>
            <a:off x="9079492" y="239755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4.4.1</a:t>
            </a:r>
          </a:p>
          <a:p>
            <a:pPr algn="ctr"/>
            <a:r>
              <a:rPr lang="ko-KR" altLang="en-US" sz="600" dirty="0"/>
              <a:t>시험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Ⅲ</a:t>
            </a:r>
            <a:endParaRPr lang="ko-KR" altLang="en-US" sz="600" dirty="0"/>
          </a:p>
        </p:txBody>
      </p:sp>
      <p:sp>
        <p:nvSpPr>
          <p:cNvPr id="459" name="직사각형 458">
            <a:extLst>
              <a:ext uri="{FF2B5EF4-FFF2-40B4-BE49-F238E27FC236}">
                <a16:creationId xmlns:a16="http://schemas.microsoft.com/office/drawing/2014/main" id="{17ACE906-4D56-4D1B-9400-E6DC0EA43A34}"/>
              </a:ext>
            </a:extLst>
          </p:cNvPr>
          <p:cNvSpPr/>
          <p:nvPr/>
        </p:nvSpPr>
        <p:spPr>
          <a:xfrm>
            <a:off x="9079492" y="314459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4.4.2</a:t>
            </a:r>
          </a:p>
          <a:p>
            <a:pPr algn="ctr"/>
            <a:r>
              <a:rPr lang="ko-KR" altLang="en-US" sz="600" dirty="0"/>
              <a:t>시험설계</a:t>
            </a:r>
            <a:endParaRPr lang="en-US" altLang="ko-KR" sz="600" dirty="0"/>
          </a:p>
          <a:p>
            <a:pPr algn="ctr"/>
            <a:r>
              <a:rPr lang="ko-KR" altLang="en-US" sz="600" dirty="0"/>
              <a:t>기술서</a:t>
            </a:r>
            <a:r>
              <a:rPr lang="en-US" altLang="ko-KR" sz="600" dirty="0"/>
              <a:t> Ⅲ</a:t>
            </a:r>
          </a:p>
        </p:txBody>
      </p:sp>
      <p:sp>
        <p:nvSpPr>
          <p:cNvPr id="460" name="직사각형 459">
            <a:extLst>
              <a:ext uri="{FF2B5EF4-FFF2-40B4-BE49-F238E27FC236}">
                <a16:creationId xmlns:a16="http://schemas.microsoft.com/office/drawing/2014/main" id="{C84584E1-0364-47A4-8BE0-BE8723DA0B35}"/>
              </a:ext>
            </a:extLst>
          </p:cNvPr>
          <p:cNvSpPr/>
          <p:nvPr/>
        </p:nvSpPr>
        <p:spPr>
          <a:xfrm>
            <a:off x="9079492" y="3891632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4.4.3</a:t>
            </a:r>
          </a:p>
          <a:p>
            <a:pPr algn="ctr"/>
            <a:r>
              <a:rPr lang="ko-KR" altLang="en-US" sz="600" dirty="0"/>
              <a:t>시험</a:t>
            </a:r>
            <a:r>
              <a:rPr lang="en-US" altLang="ko-KR" sz="600" dirty="0"/>
              <a:t> Ⅲ</a:t>
            </a:r>
          </a:p>
        </p:txBody>
      </p:sp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9FD67D94-B827-4E77-BF06-F76B308C44AC}"/>
              </a:ext>
            </a:extLst>
          </p:cNvPr>
          <p:cNvSpPr/>
          <p:nvPr/>
        </p:nvSpPr>
        <p:spPr>
          <a:xfrm>
            <a:off x="9079492" y="464034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4.4.4</a:t>
            </a:r>
          </a:p>
          <a:p>
            <a:pPr algn="ctr"/>
            <a:r>
              <a:rPr lang="ko-KR" altLang="en-US" sz="600" dirty="0"/>
              <a:t>시험결과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Ⅰ</a:t>
            </a:r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AC46658D-3E39-41B4-BC00-0E156BE9DE60}"/>
              </a:ext>
            </a:extLst>
          </p:cNvPr>
          <p:cNvSpPr/>
          <p:nvPr/>
        </p:nvSpPr>
        <p:spPr>
          <a:xfrm>
            <a:off x="9079492" y="538612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4.4.5</a:t>
            </a:r>
            <a:r>
              <a:rPr lang="ko-KR" altLang="en-US" sz="600" dirty="0"/>
              <a:t>시험 한계 및 문제점도출</a:t>
            </a:r>
            <a:r>
              <a:rPr lang="en-US" altLang="ko-KR" sz="600" dirty="0"/>
              <a:t> Ⅲ</a:t>
            </a:r>
          </a:p>
        </p:txBody>
      </p:sp>
      <p:sp>
        <p:nvSpPr>
          <p:cNvPr id="463" name="직사각형 462">
            <a:extLst>
              <a:ext uri="{FF2B5EF4-FFF2-40B4-BE49-F238E27FC236}">
                <a16:creationId xmlns:a16="http://schemas.microsoft.com/office/drawing/2014/main" id="{B1F4A6EF-0630-4B32-BF1F-83FD1694DA98}"/>
              </a:ext>
            </a:extLst>
          </p:cNvPr>
          <p:cNvSpPr/>
          <p:nvPr/>
        </p:nvSpPr>
        <p:spPr>
          <a:xfrm>
            <a:off x="9076836" y="61319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4.4.6</a:t>
            </a:r>
            <a:r>
              <a:rPr lang="ko-KR" altLang="en-US" sz="600" dirty="0"/>
              <a:t>문제점수정</a:t>
            </a:r>
            <a:r>
              <a:rPr lang="en-US" altLang="ko-KR" sz="600" dirty="0"/>
              <a:t> Ⅲ</a:t>
            </a:r>
          </a:p>
        </p:txBody>
      </p:sp>
      <p:cxnSp>
        <p:nvCxnSpPr>
          <p:cNvPr id="467" name="직선 연결선 466">
            <a:extLst>
              <a:ext uri="{FF2B5EF4-FFF2-40B4-BE49-F238E27FC236}">
                <a16:creationId xmlns:a16="http://schemas.microsoft.com/office/drawing/2014/main" id="{D91A04DD-04BE-42DB-A1B7-39074C1EF566}"/>
              </a:ext>
            </a:extLst>
          </p:cNvPr>
          <p:cNvCxnSpPr>
            <a:stCxn id="458" idx="2"/>
            <a:endCxn id="459" idx="0"/>
          </p:cNvCxnSpPr>
          <p:nvPr/>
        </p:nvCxnSpPr>
        <p:spPr>
          <a:xfrm>
            <a:off x="9267658" y="305302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직선 연결선 468">
            <a:extLst>
              <a:ext uri="{FF2B5EF4-FFF2-40B4-BE49-F238E27FC236}">
                <a16:creationId xmlns:a16="http://schemas.microsoft.com/office/drawing/2014/main" id="{D0A08A38-12C9-4446-B67C-8E2C00B58562}"/>
              </a:ext>
            </a:extLst>
          </p:cNvPr>
          <p:cNvCxnSpPr>
            <a:stCxn id="459" idx="2"/>
            <a:endCxn id="460" idx="0"/>
          </p:cNvCxnSpPr>
          <p:nvPr/>
        </p:nvCxnSpPr>
        <p:spPr>
          <a:xfrm>
            <a:off x="9267658" y="3800064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직선 연결선 470">
            <a:extLst>
              <a:ext uri="{FF2B5EF4-FFF2-40B4-BE49-F238E27FC236}">
                <a16:creationId xmlns:a16="http://schemas.microsoft.com/office/drawing/2014/main" id="{4074BE6B-ED1B-4EA9-909E-D2850F589E00}"/>
              </a:ext>
            </a:extLst>
          </p:cNvPr>
          <p:cNvCxnSpPr>
            <a:stCxn id="460" idx="2"/>
            <a:endCxn id="461" idx="0"/>
          </p:cNvCxnSpPr>
          <p:nvPr/>
        </p:nvCxnSpPr>
        <p:spPr>
          <a:xfrm>
            <a:off x="9267658" y="4547102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직선 연결선 472">
            <a:extLst>
              <a:ext uri="{FF2B5EF4-FFF2-40B4-BE49-F238E27FC236}">
                <a16:creationId xmlns:a16="http://schemas.microsoft.com/office/drawing/2014/main" id="{13137254-F38E-4E1F-AD04-BA0F1ADEF78B}"/>
              </a:ext>
            </a:extLst>
          </p:cNvPr>
          <p:cNvCxnSpPr>
            <a:stCxn id="461" idx="2"/>
            <a:endCxn id="462" idx="0"/>
          </p:cNvCxnSpPr>
          <p:nvPr/>
        </p:nvCxnSpPr>
        <p:spPr>
          <a:xfrm>
            <a:off x="9267658" y="5295816"/>
            <a:ext cx="0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직선 연결선 474">
            <a:extLst>
              <a:ext uri="{FF2B5EF4-FFF2-40B4-BE49-F238E27FC236}">
                <a16:creationId xmlns:a16="http://schemas.microsoft.com/office/drawing/2014/main" id="{DCC5B8CD-41A4-4455-8AFA-599F05A52E6B}"/>
              </a:ext>
            </a:extLst>
          </p:cNvPr>
          <p:cNvCxnSpPr>
            <a:stCxn id="462" idx="2"/>
            <a:endCxn id="463" idx="0"/>
          </p:cNvCxnSpPr>
          <p:nvPr/>
        </p:nvCxnSpPr>
        <p:spPr>
          <a:xfrm flipH="1">
            <a:off x="9265002" y="6041596"/>
            <a:ext cx="2656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직사각형 475">
            <a:extLst>
              <a:ext uri="{FF2B5EF4-FFF2-40B4-BE49-F238E27FC236}">
                <a16:creationId xmlns:a16="http://schemas.microsoft.com/office/drawing/2014/main" id="{91E1DD2B-7A4F-464D-BB47-C0A986D86168}"/>
              </a:ext>
            </a:extLst>
          </p:cNvPr>
          <p:cNvSpPr/>
          <p:nvPr/>
        </p:nvSpPr>
        <p:spPr>
          <a:xfrm>
            <a:off x="9740008" y="313399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4.2.2</a:t>
            </a:r>
          </a:p>
          <a:p>
            <a:pPr algn="ctr"/>
            <a:r>
              <a:rPr lang="ko-KR" altLang="en-US" sz="600" dirty="0"/>
              <a:t>설치 및 교육</a:t>
            </a:r>
            <a:endParaRPr lang="en-US" altLang="ko-KR" sz="600" dirty="0"/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68C34220-A8CE-44A3-BDA1-996C6EC66753}"/>
              </a:ext>
            </a:extLst>
          </p:cNvPr>
          <p:cNvSpPr/>
          <p:nvPr/>
        </p:nvSpPr>
        <p:spPr>
          <a:xfrm>
            <a:off x="9740008" y="389005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4.2.3</a:t>
            </a:r>
          </a:p>
          <a:p>
            <a:pPr algn="ctr"/>
            <a:r>
              <a:rPr lang="ko-KR" altLang="en-US" sz="600" dirty="0"/>
              <a:t>유지보수계획서</a:t>
            </a:r>
            <a:endParaRPr lang="en-US" altLang="ko-KR" sz="600" dirty="0"/>
          </a:p>
        </p:txBody>
      </p:sp>
      <p:cxnSp>
        <p:nvCxnSpPr>
          <p:cNvPr id="479" name="직선 연결선 478">
            <a:extLst>
              <a:ext uri="{FF2B5EF4-FFF2-40B4-BE49-F238E27FC236}">
                <a16:creationId xmlns:a16="http://schemas.microsoft.com/office/drawing/2014/main" id="{3A695E2D-6B03-4968-9296-F1199AB0184B}"/>
              </a:ext>
            </a:extLst>
          </p:cNvPr>
          <p:cNvCxnSpPr>
            <a:stCxn id="240" idx="2"/>
            <a:endCxn id="476" idx="0"/>
          </p:cNvCxnSpPr>
          <p:nvPr/>
        </p:nvCxnSpPr>
        <p:spPr>
          <a:xfrm>
            <a:off x="9928174" y="3050038"/>
            <a:ext cx="0" cy="83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직선 연결선 480">
            <a:extLst>
              <a:ext uri="{FF2B5EF4-FFF2-40B4-BE49-F238E27FC236}">
                <a16:creationId xmlns:a16="http://schemas.microsoft.com/office/drawing/2014/main" id="{BB6DCB50-ACFA-47FF-BE7D-BD5C0C0B8AD3}"/>
              </a:ext>
            </a:extLst>
          </p:cNvPr>
          <p:cNvCxnSpPr>
            <a:stCxn id="476" idx="2"/>
            <a:endCxn id="477" idx="0"/>
          </p:cNvCxnSpPr>
          <p:nvPr/>
        </p:nvCxnSpPr>
        <p:spPr>
          <a:xfrm>
            <a:off x="9928174" y="3789469"/>
            <a:ext cx="0" cy="100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07A8C8A2-1E90-4ABA-BFC5-B65435CC7AA9}"/>
              </a:ext>
            </a:extLst>
          </p:cNvPr>
          <p:cNvSpPr/>
          <p:nvPr/>
        </p:nvSpPr>
        <p:spPr>
          <a:xfrm>
            <a:off x="3422873" y="3141606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2.3.2</a:t>
            </a:r>
          </a:p>
          <a:p>
            <a:pPr algn="ctr"/>
            <a:r>
              <a:rPr lang="ko-KR" altLang="en-US" sz="600" dirty="0"/>
              <a:t>구현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cxnSp>
        <p:nvCxnSpPr>
          <p:cNvPr id="486" name="직선 연결선 485">
            <a:extLst>
              <a:ext uri="{FF2B5EF4-FFF2-40B4-BE49-F238E27FC236}">
                <a16:creationId xmlns:a16="http://schemas.microsoft.com/office/drawing/2014/main" id="{F7F8BD1C-0414-4968-8A4E-CEADA773F38C}"/>
              </a:ext>
            </a:extLst>
          </p:cNvPr>
          <p:cNvCxnSpPr>
            <a:stCxn id="235" idx="2"/>
            <a:endCxn id="484" idx="0"/>
          </p:cNvCxnSpPr>
          <p:nvPr/>
        </p:nvCxnSpPr>
        <p:spPr>
          <a:xfrm>
            <a:off x="3599729" y="3052600"/>
            <a:ext cx="3176" cy="89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E71876EC-0BFD-4F0B-A224-4F1F1CEBB19E}"/>
              </a:ext>
            </a:extLst>
          </p:cNvPr>
          <p:cNvSpPr/>
          <p:nvPr/>
        </p:nvSpPr>
        <p:spPr>
          <a:xfrm>
            <a:off x="3425007" y="3887363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2.3.3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cxnSp>
        <p:nvCxnSpPr>
          <p:cNvPr id="489" name="직선 연결선 488">
            <a:extLst>
              <a:ext uri="{FF2B5EF4-FFF2-40B4-BE49-F238E27FC236}">
                <a16:creationId xmlns:a16="http://schemas.microsoft.com/office/drawing/2014/main" id="{3451175A-4FC2-4D9F-85F7-38597ECBAC6A}"/>
              </a:ext>
            </a:extLst>
          </p:cNvPr>
          <p:cNvCxnSpPr>
            <a:stCxn id="484" idx="2"/>
            <a:endCxn id="487" idx="0"/>
          </p:cNvCxnSpPr>
          <p:nvPr/>
        </p:nvCxnSpPr>
        <p:spPr>
          <a:xfrm>
            <a:off x="3602905" y="3799638"/>
            <a:ext cx="2134" cy="87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C22702FB-F6CF-442C-98BF-7AE44ACF76BF}"/>
              </a:ext>
            </a:extLst>
          </p:cNvPr>
          <p:cNvSpPr/>
          <p:nvPr/>
        </p:nvSpPr>
        <p:spPr>
          <a:xfrm>
            <a:off x="3419696" y="4634796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2.3.4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 </a:t>
            </a:r>
            <a:r>
              <a:rPr lang="en-US" altLang="ko-KR" sz="600" dirty="0"/>
              <a:t> Ⅰ</a:t>
            </a:r>
          </a:p>
        </p:txBody>
      </p:sp>
      <p:cxnSp>
        <p:nvCxnSpPr>
          <p:cNvPr id="492" name="직선 연결선 491">
            <a:extLst>
              <a:ext uri="{FF2B5EF4-FFF2-40B4-BE49-F238E27FC236}">
                <a16:creationId xmlns:a16="http://schemas.microsoft.com/office/drawing/2014/main" id="{6428AC4C-E14E-49E5-A509-8F5123C03D29}"/>
              </a:ext>
            </a:extLst>
          </p:cNvPr>
          <p:cNvCxnSpPr>
            <a:stCxn id="487" idx="2"/>
            <a:endCxn id="490" idx="0"/>
          </p:cNvCxnSpPr>
          <p:nvPr/>
        </p:nvCxnSpPr>
        <p:spPr>
          <a:xfrm flipH="1">
            <a:off x="3599728" y="4545395"/>
            <a:ext cx="5311" cy="89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12A9B4B7-3841-4EBE-A689-5477432CF1BC}"/>
              </a:ext>
            </a:extLst>
          </p:cNvPr>
          <p:cNvSpPr/>
          <p:nvPr/>
        </p:nvSpPr>
        <p:spPr>
          <a:xfrm>
            <a:off x="3417040" y="538313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2.3.5</a:t>
            </a:r>
          </a:p>
          <a:p>
            <a:pPr algn="ctr"/>
            <a:r>
              <a:rPr lang="ko-KR" altLang="en-US" sz="600" dirty="0"/>
              <a:t>구현문제점수정</a:t>
            </a:r>
            <a:r>
              <a:rPr lang="en-US" altLang="ko-KR" sz="600" dirty="0"/>
              <a:t>Ⅰ</a:t>
            </a:r>
          </a:p>
        </p:txBody>
      </p:sp>
      <p:cxnSp>
        <p:nvCxnSpPr>
          <p:cNvPr id="495" name="직선 연결선 494">
            <a:extLst>
              <a:ext uri="{FF2B5EF4-FFF2-40B4-BE49-F238E27FC236}">
                <a16:creationId xmlns:a16="http://schemas.microsoft.com/office/drawing/2014/main" id="{FCBF24BF-C030-44B6-9D70-EDA5B90A1CA9}"/>
              </a:ext>
            </a:extLst>
          </p:cNvPr>
          <p:cNvCxnSpPr>
            <a:stCxn id="490" idx="2"/>
            <a:endCxn id="493" idx="0"/>
          </p:cNvCxnSpPr>
          <p:nvPr/>
        </p:nvCxnSpPr>
        <p:spPr>
          <a:xfrm>
            <a:off x="3599728" y="5292828"/>
            <a:ext cx="5478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직사각형 495">
            <a:extLst>
              <a:ext uri="{FF2B5EF4-FFF2-40B4-BE49-F238E27FC236}">
                <a16:creationId xmlns:a16="http://schemas.microsoft.com/office/drawing/2014/main" id="{62124FAB-D89A-4313-B98B-01814F5F2860}"/>
              </a:ext>
            </a:extLst>
          </p:cNvPr>
          <p:cNvSpPr/>
          <p:nvPr/>
        </p:nvSpPr>
        <p:spPr>
          <a:xfrm>
            <a:off x="6945925" y="2390914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3.3.1</a:t>
            </a:r>
          </a:p>
          <a:p>
            <a:pPr algn="ctr"/>
            <a:r>
              <a:rPr lang="ko-KR" altLang="en-US" sz="600" dirty="0"/>
              <a:t>구현계획서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sp>
        <p:nvSpPr>
          <p:cNvPr id="497" name="직사각형 496">
            <a:extLst>
              <a:ext uri="{FF2B5EF4-FFF2-40B4-BE49-F238E27FC236}">
                <a16:creationId xmlns:a16="http://schemas.microsoft.com/office/drawing/2014/main" id="{9EF33437-10B3-41AA-B01A-FD3D65F7F951}"/>
              </a:ext>
            </a:extLst>
          </p:cNvPr>
          <p:cNvSpPr/>
          <p:nvPr/>
        </p:nvSpPr>
        <p:spPr>
          <a:xfrm>
            <a:off x="6949101" y="3137952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3.3.2</a:t>
            </a:r>
          </a:p>
          <a:p>
            <a:pPr algn="ctr"/>
            <a:r>
              <a:rPr lang="ko-KR" altLang="en-US" sz="600" dirty="0"/>
              <a:t>구현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sp>
        <p:nvSpPr>
          <p:cNvPr id="498" name="직사각형 497">
            <a:extLst>
              <a:ext uri="{FF2B5EF4-FFF2-40B4-BE49-F238E27FC236}">
                <a16:creationId xmlns:a16="http://schemas.microsoft.com/office/drawing/2014/main" id="{5164704C-8837-497B-8EC6-8CA3E071E3D5}"/>
              </a:ext>
            </a:extLst>
          </p:cNvPr>
          <p:cNvSpPr/>
          <p:nvPr/>
        </p:nvSpPr>
        <p:spPr>
          <a:xfrm>
            <a:off x="6951235" y="3883709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3.3.3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sp>
        <p:nvSpPr>
          <p:cNvPr id="499" name="직사각형 498">
            <a:extLst>
              <a:ext uri="{FF2B5EF4-FFF2-40B4-BE49-F238E27FC236}">
                <a16:creationId xmlns:a16="http://schemas.microsoft.com/office/drawing/2014/main" id="{666AC517-0564-4CFC-B257-D9FD85204984}"/>
              </a:ext>
            </a:extLst>
          </p:cNvPr>
          <p:cNvSpPr/>
          <p:nvPr/>
        </p:nvSpPr>
        <p:spPr>
          <a:xfrm>
            <a:off x="6945924" y="4631142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3.3.4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 </a:t>
            </a:r>
            <a:r>
              <a:rPr lang="en-US" altLang="ko-KR" sz="600" dirty="0"/>
              <a:t> Ⅰ</a:t>
            </a:r>
          </a:p>
        </p:txBody>
      </p:sp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7BD6D19C-F580-4653-95E4-164B349EF84D}"/>
              </a:ext>
            </a:extLst>
          </p:cNvPr>
          <p:cNvSpPr/>
          <p:nvPr/>
        </p:nvSpPr>
        <p:spPr>
          <a:xfrm>
            <a:off x="6943268" y="537948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3.3.5</a:t>
            </a:r>
          </a:p>
          <a:p>
            <a:pPr algn="ctr"/>
            <a:r>
              <a:rPr lang="ko-KR" altLang="en-US" sz="600" dirty="0"/>
              <a:t>구현문제점수정</a:t>
            </a:r>
            <a:r>
              <a:rPr lang="en-US" altLang="ko-KR" sz="600" dirty="0"/>
              <a:t>Ⅰ</a:t>
            </a:r>
          </a:p>
        </p:txBody>
      </p:sp>
      <p:sp>
        <p:nvSpPr>
          <p:cNvPr id="512" name="직사각형 511">
            <a:extLst>
              <a:ext uri="{FF2B5EF4-FFF2-40B4-BE49-F238E27FC236}">
                <a16:creationId xmlns:a16="http://schemas.microsoft.com/office/drawing/2014/main" id="{82680A70-2069-445F-A3F3-B7012FA1E231}"/>
              </a:ext>
            </a:extLst>
          </p:cNvPr>
          <p:cNvSpPr/>
          <p:nvPr/>
        </p:nvSpPr>
        <p:spPr>
          <a:xfrm>
            <a:off x="2086221" y="388370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2.1.3</a:t>
            </a:r>
          </a:p>
          <a:p>
            <a:pPr algn="ctr"/>
            <a:r>
              <a:rPr lang="ko-KR" altLang="en-US" sz="600" dirty="0" err="1"/>
              <a:t>사용자인터페이스</a:t>
            </a:r>
            <a:r>
              <a:rPr lang="en-US" altLang="ko-KR" sz="600" dirty="0"/>
              <a:t> Ⅰ</a:t>
            </a:r>
          </a:p>
        </p:txBody>
      </p:sp>
      <p:cxnSp>
        <p:nvCxnSpPr>
          <p:cNvPr id="514" name="직선 연결선 513">
            <a:extLst>
              <a:ext uri="{FF2B5EF4-FFF2-40B4-BE49-F238E27FC236}">
                <a16:creationId xmlns:a16="http://schemas.microsoft.com/office/drawing/2014/main" id="{590161B3-8DC2-4F18-A06A-FA957B400AFE}"/>
              </a:ext>
            </a:extLst>
          </p:cNvPr>
          <p:cNvCxnSpPr>
            <a:stCxn id="81" idx="2"/>
            <a:endCxn id="512" idx="0"/>
          </p:cNvCxnSpPr>
          <p:nvPr/>
        </p:nvCxnSpPr>
        <p:spPr>
          <a:xfrm flipH="1">
            <a:off x="2274387" y="3797076"/>
            <a:ext cx="2473" cy="86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직사각형 514">
            <a:extLst>
              <a:ext uri="{FF2B5EF4-FFF2-40B4-BE49-F238E27FC236}">
                <a16:creationId xmlns:a16="http://schemas.microsoft.com/office/drawing/2014/main" id="{54CA1904-85CA-4C08-A175-291BF32C42D6}"/>
              </a:ext>
            </a:extLst>
          </p:cNvPr>
          <p:cNvSpPr/>
          <p:nvPr/>
        </p:nvSpPr>
        <p:spPr>
          <a:xfrm>
            <a:off x="2083566" y="4624270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2.1.4</a:t>
            </a:r>
          </a:p>
          <a:p>
            <a:pPr algn="ctr"/>
            <a:r>
              <a:rPr lang="ko-KR" altLang="en-US" sz="600" dirty="0"/>
              <a:t>요구사항명세서</a:t>
            </a:r>
            <a:r>
              <a:rPr lang="en-US" altLang="ko-KR" sz="600" dirty="0"/>
              <a:t> Ⅰ</a:t>
            </a:r>
          </a:p>
        </p:txBody>
      </p:sp>
      <p:cxnSp>
        <p:nvCxnSpPr>
          <p:cNvPr id="517" name="직선 연결선 516">
            <a:extLst>
              <a:ext uri="{FF2B5EF4-FFF2-40B4-BE49-F238E27FC236}">
                <a16:creationId xmlns:a16="http://schemas.microsoft.com/office/drawing/2014/main" id="{D45BF55E-8420-4F53-821D-D4EE51319BD9}"/>
              </a:ext>
            </a:extLst>
          </p:cNvPr>
          <p:cNvCxnSpPr>
            <a:cxnSpLocks/>
            <a:stCxn id="512" idx="2"/>
            <a:endCxn id="515" idx="0"/>
          </p:cNvCxnSpPr>
          <p:nvPr/>
        </p:nvCxnSpPr>
        <p:spPr>
          <a:xfrm flipH="1">
            <a:off x="2271732" y="4539179"/>
            <a:ext cx="2655" cy="85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직사각형 517">
            <a:extLst>
              <a:ext uri="{FF2B5EF4-FFF2-40B4-BE49-F238E27FC236}">
                <a16:creationId xmlns:a16="http://schemas.microsoft.com/office/drawing/2014/main" id="{CBA48DD9-A8AF-43AF-ACA8-D27BEFC4D5AD}"/>
              </a:ext>
            </a:extLst>
          </p:cNvPr>
          <p:cNvSpPr/>
          <p:nvPr/>
        </p:nvSpPr>
        <p:spPr>
          <a:xfrm>
            <a:off x="2083566" y="536676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2.1.5</a:t>
            </a:r>
          </a:p>
          <a:p>
            <a:pPr algn="ctr"/>
            <a:r>
              <a:rPr lang="ko-KR" altLang="en-US" sz="600" dirty="0" err="1"/>
              <a:t>분석한계및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</a:t>
            </a:r>
            <a:r>
              <a:rPr lang="en-US" altLang="ko-KR" sz="600" dirty="0"/>
              <a:t> Ⅰ</a:t>
            </a:r>
          </a:p>
        </p:txBody>
      </p:sp>
      <p:cxnSp>
        <p:nvCxnSpPr>
          <p:cNvPr id="522" name="직선 연결선 521">
            <a:extLst>
              <a:ext uri="{FF2B5EF4-FFF2-40B4-BE49-F238E27FC236}">
                <a16:creationId xmlns:a16="http://schemas.microsoft.com/office/drawing/2014/main" id="{084FD689-363D-420F-81EB-95137C132212}"/>
              </a:ext>
            </a:extLst>
          </p:cNvPr>
          <p:cNvCxnSpPr>
            <a:stCxn id="515" idx="2"/>
            <a:endCxn id="518" idx="0"/>
          </p:cNvCxnSpPr>
          <p:nvPr/>
        </p:nvCxnSpPr>
        <p:spPr>
          <a:xfrm>
            <a:off x="2271732" y="5279740"/>
            <a:ext cx="0" cy="87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직사각형 523">
            <a:extLst>
              <a:ext uri="{FF2B5EF4-FFF2-40B4-BE49-F238E27FC236}">
                <a16:creationId xmlns:a16="http://schemas.microsoft.com/office/drawing/2014/main" id="{76FAC526-C330-4E6D-9A09-10F171FAFF17}"/>
              </a:ext>
            </a:extLst>
          </p:cNvPr>
          <p:cNvSpPr/>
          <p:nvPr/>
        </p:nvSpPr>
        <p:spPr>
          <a:xfrm>
            <a:off x="2083566" y="6113411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2.1.6</a:t>
            </a:r>
          </a:p>
          <a:p>
            <a:pPr algn="ctr"/>
            <a:r>
              <a:rPr lang="ko-KR" altLang="en-US" sz="600" dirty="0"/>
              <a:t>분석문제점수정</a:t>
            </a:r>
            <a:r>
              <a:rPr lang="en-US" altLang="ko-KR" sz="600" dirty="0"/>
              <a:t> Ⅰ</a:t>
            </a:r>
          </a:p>
        </p:txBody>
      </p:sp>
      <p:cxnSp>
        <p:nvCxnSpPr>
          <p:cNvPr id="526" name="직선 연결선 525">
            <a:extLst>
              <a:ext uri="{FF2B5EF4-FFF2-40B4-BE49-F238E27FC236}">
                <a16:creationId xmlns:a16="http://schemas.microsoft.com/office/drawing/2014/main" id="{46C74FE6-BB77-436D-8430-FC3124E01F8E}"/>
              </a:ext>
            </a:extLst>
          </p:cNvPr>
          <p:cNvCxnSpPr>
            <a:stCxn id="518" idx="2"/>
            <a:endCxn id="524" idx="0"/>
          </p:cNvCxnSpPr>
          <p:nvPr/>
        </p:nvCxnSpPr>
        <p:spPr>
          <a:xfrm>
            <a:off x="2271732" y="6022239"/>
            <a:ext cx="0" cy="91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6676E6E5-4AA1-4829-A0B3-4196BD1A09E9}"/>
              </a:ext>
            </a:extLst>
          </p:cNvPr>
          <p:cNvSpPr/>
          <p:nvPr/>
        </p:nvSpPr>
        <p:spPr>
          <a:xfrm>
            <a:off x="2754282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2,2,2</a:t>
            </a:r>
          </a:p>
          <a:p>
            <a:pPr algn="ctr"/>
            <a:r>
              <a:rPr lang="ko-KR" altLang="en-US" sz="600" dirty="0" err="1"/>
              <a:t>시퀀스다이어그램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530" name="직선 연결선 529">
            <a:extLst>
              <a:ext uri="{FF2B5EF4-FFF2-40B4-BE49-F238E27FC236}">
                <a16:creationId xmlns:a16="http://schemas.microsoft.com/office/drawing/2014/main" id="{401D5F94-859F-465B-8E76-F8965F8D05CF}"/>
              </a:ext>
            </a:extLst>
          </p:cNvPr>
          <p:cNvCxnSpPr>
            <a:stCxn id="233" idx="2"/>
            <a:endCxn id="527" idx="0"/>
          </p:cNvCxnSpPr>
          <p:nvPr/>
        </p:nvCxnSpPr>
        <p:spPr>
          <a:xfrm>
            <a:off x="2940936" y="3050038"/>
            <a:ext cx="1512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직사각형 530">
            <a:extLst>
              <a:ext uri="{FF2B5EF4-FFF2-40B4-BE49-F238E27FC236}">
                <a16:creationId xmlns:a16="http://schemas.microsoft.com/office/drawing/2014/main" id="{9F0647DD-F751-4209-8C59-0135B195F4B9}"/>
              </a:ext>
            </a:extLst>
          </p:cNvPr>
          <p:cNvSpPr/>
          <p:nvPr/>
        </p:nvSpPr>
        <p:spPr>
          <a:xfrm>
            <a:off x="2746678" y="3891415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2,2,3</a:t>
            </a:r>
          </a:p>
          <a:p>
            <a:pPr algn="ctr"/>
            <a:r>
              <a:rPr lang="ko-KR" altLang="en-US" sz="600" dirty="0" err="1"/>
              <a:t>클래스다이어그램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Ⅰ</a:t>
            </a:r>
            <a:endParaRPr lang="ko-KR" altLang="en-US" sz="600" dirty="0"/>
          </a:p>
        </p:txBody>
      </p:sp>
      <p:sp>
        <p:nvSpPr>
          <p:cNvPr id="533" name="직사각형 532">
            <a:extLst>
              <a:ext uri="{FF2B5EF4-FFF2-40B4-BE49-F238E27FC236}">
                <a16:creationId xmlns:a16="http://schemas.microsoft.com/office/drawing/2014/main" id="{9C790160-C2B8-4A61-BF3F-D2330A0A7526}"/>
              </a:ext>
            </a:extLst>
          </p:cNvPr>
          <p:cNvSpPr/>
          <p:nvPr/>
        </p:nvSpPr>
        <p:spPr>
          <a:xfrm>
            <a:off x="2745490" y="4638453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2,2,4</a:t>
            </a:r>
          </a:p>
          <a:p>
            <a:pPr algn="ctr"/>
            <a:r>
              <a:rPr lang="ko-KR" altLang="en-US" sz="600" dirty="0"/>
              <a:t>설계명세서</a:t>
            </a:r>
            <a:r>
              <a:rPr lang="en-US" altLang="ko-KR" sz="600" dirty="0"/>
              <a:t> Ⅰ</a:t>
            </a:r>
          </a:p>
        </p:txBody>
      </p:sp>
      <p:sp>
        <p:nvSpPr>
          <p:cNvPr id="534" name="직사각형 533">
            <a:extLst>
              <a:ext uri="{FF2B5EF4-FFF2-40B4-BE49-F238E27FC236}">
                <a16:creationId xmlns:a16="http://schemas.microsoft.com/office/drawing/2014/main" id="{580AA790-9850-477F-A980-1FF1D43F8727}"/>
              </a:ext>
            </a:extLst>
          </p:cNvPr>
          <p:cNvSpPr/>
          <p:nvPr/>
        </p:nvSpPr>
        <p:spPr>
          <a:xfrm>
            <a:off x="2745490" y="536676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" dirty="0"/>
          </a:p>
          <a:p>
            <a:pPr algn="ctr"/>
            <a:r>
              <a:rPr lang="en-US" altLang="ko-KR" sz="600" dirty="0"/>
              <a:t>2,3.5</a:t>
            </a:r>
          </a:p>
          <a:p>
            <a:pPr algn="ctr"/>
            <a:r>
              <a:rPr lang="ko-KR" altLang="en-US" sz="600" dirty="0" err="1"/>
              <a:t>설계한계및문제점도출</a:t>
            </a:r>
            <a:r>
              <a:rPr lang="en-US" altLang="ko-KR" sz="600" dirty="0"/>
              <a:t>Ⅰ</a:t>
            </a:r>
            <a:endParaRPr lang="ko-KR" altLang="en-US" sz="600" dirty="0"/>
          </a:p>
          <a:p>
            <a:pPr algn="ctr"/>
            <a:endParaRPr lang="en-US" altLang="ko-KR" sz="600" dirty="0"/>
          </a:p>
        </p:txBody>
      </p:sp>
      <p:cxnSp>
        <p:nvCxnSpPr>
          <p:cNvPr id="536" name="직선 연결선 535">
            <a:extLst>
              <a:ext uri="{FF2B5EF4-FFF2-40B4-BE49-F238E27FC236}">
                <a16:creationId xmlns:a16="http://schemas.microsoft.com/office/drawing/2014/main" id="{0748AA0E-22F6-406B-B531-F57CF7214F7D}"/>
              </a:ext>
            </a:extLst>
          </p:cNvPr>
          <p:cNvCxnSpPr>
            <a:cxnSpLocks/>
            <a:stCxn id="531" idx="2"/>
            <a:endCxn id="533" idx="0"/>
          </p:cNvCxnSpPr>
          <p:nvPr/>
        </p:nvCxnSpPr>
        <p:spPr>
          <a:xfrm flipH="1">
            <a:off x="2933656" y="4546885"/>
            <a:ext cx="1188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>
            <a:extLst>
              <a:ext uri="{FF2B5EF4-FFF2-40B4-BE49-F238E27FC236}">
                <a16:creationId xmlns:a16="http://schemas.microsoft.com/office/drawing/2014/main" id="{35D35513-F18B-4C05-989D-5C6542133AD5}"/>
              </a:ext>
            </a:extLst>
          </p:cNvPr>
          <p:cNvCxnSpPr>
            <a:cxnSpLocks/>
            <a:stCxn id="533" idx="2"/>
            <a:endCxn id="534" idx="0"/>
          </p:cNvCxnSpPr>
          <p:nvPr/>
        </p:nvCxnSpPr>
        <p:spPr>
          <a:xfrm>
            <a:off x="2933656" y="5293923"/>
            <a:ext cx="0" cy="72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직선 연결선 539">
            <a:extLst>
              <a:ext uri="{FF2B5EF4-FFF2-40B4-BE49-F238E27FC236}">
                <a16:creationId xmlns:a16="http://schemas.microsoft.com/office/drawing/2014/main" id="{9A53F06E-6234-4B07-BB4F-DE12A48C35AE}"/>
              </a:ext>
            </a:extLst>
          </p:cNvPr>
          <p:cNvCxnSpPr>
            <a:stCxn id="527" idx="2"/>
            <a:endCxn id="531" idx="0"/>
          </p:cNvCxnSpPr>
          <p:nvPr/>
        </p:nvCxnSpPr>
        <p:spPr>
          <a:xfrm flipH="1">
            <a:off x="2934844" y="3797076"/>
            <a:ext cx="7604" cy="94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직사각형 546">
            <a:extLst>
              <a:ext uri="{FF2B5EF4-FFF2-40B4-BE49-F238E27FC236}">
                <a16:creationId xmlns:a16="http://schemas.microsoft.com/office/drawing/2014/main" id="{AA302DA7-AEB3-4871-9FA7-A266877E7F9D}"/>
              </a:ext>
            </a:extLst>
          </p:cNvPr>
          <p:cNvSpPr/>
          <p:nvPr/>
        </p:nvSpPr>
        <p:spPr>
          <a:xfrm>
            <a:off x="2745490" y="6107240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2,2,6</a:t>
            </a:r>
          </a:p>
          <a:p>
            <a:pPr algn="ctr"/>
            <a:r>
              <a:rPr lang="ko-KR" altLang="en-US" sz="600" dirty="0"/>
              <a:t>설계수정</a:t>
            </a:r>
            <a:endParaRPr lang="en-US" altLang="ko-KR" sz="600" dirty="0"/>
          </a:p>
          <a:p>
            <a:pPr algn="ctr"/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549" name="직선 연결선 548">
            <a:extLst>
              <a:ext uri="{FF2B5EF4-FFF2-40B4-BE49-F238E27FC236}">
                <a16:creationId xmlns:a16="http://schemas.microsoft.com/office/drawing/2014/main" id="{147139EA-F75D-486E-A35A-02C0DF7F8E3B}"/>
              </a:ext>
            </a:extLst>
          </p:cNvPr>
          <p:cNvCxnSpPr>
            <a:stCxn id="534" idx="2"/>
            <a:endCxn id="547" idx="0"/>
          </p:cNvCxnSpPr>
          <p:nvPr/>
        </p:nvCxnSpPr>
        <p:spPr>
          <a:xfrm>
            <a:off x="2933656" y="6022239"/>
            <a:ext cx="0" cy="85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직사각형 549">
            <a:extLst>
              <a:ext uri="{FF2B5EF4-FFF2-40B4-BE49-F238E27FC236}">
                <a16:creationId xmlns:a16="http://schemas.microsoft.com/office/drawing/2014/main" id="{E228C096-2C9A-4C8B-BA3C-564E9452B847}"/>
              </a:ext>
            </a:extLst>
          </p:cNvPr>
          <p:cNvSpPr/>
          <p:nvPr/>
        </p:nvSpPr>
        <p:spPr>
          <a:xfrm>
            <a:off x="5616695" y="239755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3.1.1</a:t>
            </a:r>
          </a:p>
          <a:p>
            <a:pPr algn="ctr"/>
            <a:r>
              <a:rPr lang="ko-KR" altLang="en-US" sz="600" dirty="0"/>
              <a:t>오구사항정의서</a:t>
            </a:r>
          </a:p>
        </p:txBody>
      </p:sp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59536534-6429-4C47-A13E-2D6E7DEDCC6B}"/>
              </a:ext>
            </a:extLst>
          </p:cNvPr>
          <p:cNvSpPr/>
          <p:nvPr/>
        </p:nvSpPr>
        <p:spPr>
          <a:xfrm>
            <a:off x="5616695" y="314459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3.1.2</a:t>
            </a:r>
          </a:p>
          <a:p>
            <a:pPr algn="ctr"/>
            <a:r>
              <a:rPr lang="ko-KR" altLang="en-US" sz="600" dirty="0" err="1"/>
              <a:t>유스케이스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A4E0CFB0-3056-4745-A093-D717D1A0F1D0}"/>
              </a:ext>
            </a:extLst>
          </p:cNvPr>
          <p:cNvSpPr/>
          <p:nvPr/>
        </p:nvSpPr>
        <p:spPr>
          <a:xfrm>
            <a:off x="5614222" y="388669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3.1.3</a:t>
            </a:r>
          </a:p>
          <a:p>
            <a:pPr algn="ctr"/>
            <a:r>
              <a:rPr lang="ko-KR" altLang="en-US" sz="600" dirty="0" err="1"/>
              <a:t>사용자인터페이스</a:t>
            </a:r>
            <a:r>
              <a:rPr lang="en-US" altLang="ko-KR" sz="600" dirty="0"/>
              <a:t> </a:t>
            </a: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endParaRPr lang="en-US" altLang="ko-KR" sz="600" dirty="0"/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CFDF7518-E0BF-466C-B38F-2D3A5A38AF1C}"/>
              </a:ext>
            </a:extLst>
          </p:cNvPr>
          <p:cNvSpPr/>
          <p:nvPr/>
        </p:nvSpPr>
        <p:spPr>
          <a:xfrm>
            <a:off x="5611567" y="46272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3.1.4</a:t>
            </a:r>
          </a:p>
          <a:p>
            <a:pPr algn="ctr"/>
            <a:r>
              <a:rPr lang="ko-KR" altLang="en-US" sz="600" dirty="0"/>
              <a:t>요구사항명세서</a:t>
            </a:r>
            <a:r>
              <a:rPr lang="en-US" altLang="ko-KR" sz="600" dirty="0"/>
              <a:t> Ⅱ</a:t>
            </a: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456902CB-02D8-48FE-AEE7-1F35CC70C297}"/>
              </a:ext>
            </a:extLst>
          </p:cNvPr>
          <p:cNvSpPr/>
          <p:nvPr/>
        </p:nvSpPr>
        <p:spPr>
          <a:xfrm>
            <a:off x="5611567" y="536975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3.1.5</a:t>
            </a:r>
          </a:p>
          <a:p>
            <a:pPr algn="ctr"/>
            <a:r>
              <a:rPr lang="ko-KR" altLang="en-US" sz="600" dirty="0" err="1"/>
              <a:t>분석한계및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</a:t>
            </a:r>
            <a:r>
              <a:rPr lang="en-US" altLang="ko-KR" sz="600" dirty="0"/>
              <a:t> Ⅱ</a:t>
            </a:r>
          </a:p>
        </p:txBody>
      </p:sp>
      <p:sp>
        <p:nvSpPr>
          <p:cNvPr id="555" name="직사각형 554">
            <a:extLst>
              <a:ext uri="{FF2B5EF4-FFF2-40B4-BE49-F238E27FC236}">
                <a16:creationId xmlns:a16="http://schemas.microsoft.com/office/drawing/2014/main" id="{A5505047-7F4E-4694-85B9-D324877ED059}"/>
              </a:ext>
            </a:extLst>
          </p:cNvPr>
          <p:cNvSpPr/>
          <p:nvPr/>
        </p:nvSpPr>
        <p:spPr>
          <a:xfrm>
            <a:off x="5611567" y="611639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3.1.6</a:t>
            </a:r>
          </a:p>
          <a:p>
            <a:pPr algn="ctr"/>
            <a:r>
              <a:rPr lang="ko-KR" altLang="en-US" sz="600" dirty="0"/>
              <a:t>분석문제점수정</a:t>
            </a:r>
            <a:r>
              <a:rPr lang="en-US" altLang="ko-KR" sz="600" dirty="0"/>
              <a:t> Ⅱ</a:t>
            </a:r>
          </a:p>
        </p:txBody>
      </p:sp>
      <p:cxnSp>
        <p:nvCxnSpPr>
          <p:cNvPr id="557" name="직선 연결선 556">
            <a:extLst>
              <a:ext uri="{FF2B5EF4-FFF2-40B4-BE49-F238E27FC236}">
                <a16:creationId xmlns:a16="http://schemas.microsoft.com/office/drawing/2014/main" id="{04147DB8-3E6B-4F90-974B-101B3AF8E3B5}"/>
              </a:ext>
            </a:extLst>
          </p:cNvPr>
          <p:cNvCxnSpPr>
            <a:stCxn id="205" idx="2"/>
            <a:endCxn id="550" idx="0"/>
          </p:cNvCxnSpPr>
          <p:nvPr/>
        </p:nvCxnSpPr>
        <p:spPr>
          <a:xfrm>
            <a:off x="5799384" y="2202752"/>
            <a:ext cx="5477" cy="194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직선 연결선 559">
            <a:extLst>
              <a:ext uri="{FF2B5EF4-FFF2-40B4-BE49-F238E27FC236}">
                <a16:creationId xmlns:a16="http://schemas.microsoft.com/office/drawing/2014/main" id="{71B0AF66-5245-4597-8794-1CB61B10F732}"/>
              </a:ext>
            </a:extLst>
          </p:cNvPr>
          <p:cNvCxnSpPr>
            <a:stCxn id="550" idx="2"/>
            <a:endCxn id="551" idx="0"/>
          </p:cNvCxnSpPr>
          <p:nvPr/>
        </p:nvCxnSpPr>
        <p:spPr>
          <a:xfrm>
            <a:off x="5804861" y="305302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>
            <a:extLst>
              <a:ext uri="{FF2B5EF4-FFF2-40B4-BE49-F238E27FC236}">
                <a16:creationId xmlns:a16="http://schemas.microsoft.com/office/drawing/2014/main" id="{DD3E3BA8-3C3A-492B-BD3B-70BA457717D8}"/>
              </a:ext>
            </a:extLst>
          </p:cNvPr>
          <p:cNvCxnSpPr>
            <a:stCxn id="551" idx="2"/>
            <a:endCxn id="552" idx="0"/>
          </p:cNvCxnSpPr>
          <p:nvPr/>
        </p:nvCxnSpPr>
        <p:spPr>
          <a:xfrm flipH="1">
            <a:off x="5802388" y="3800064"/>
            <a:ext cx="2473" cy="86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직선 연결선 563">
            <a:extLst>
              <a:ext uri="{FF2B5EF4-FFF2-40B4-BE49-F238E27FC236}">
                <a16:creationId xmlns:a16="http://schemas.microsoft.com/office/drawing/2014/main" id="{1FBEDCCE-4A20-4ABB-A45E-61503D2D11C5}"/>
              </a:ext>
            </a:extLst>
          </p:cNvPr>
          <p:cNvCxnSpPr>
            <a:stCxn id="552" idx="2"/>
            <a:endCxn id="553" idx="0"/>
          </p:cNvCxnSpPr>
          <p:nvPr/>
        </p:nvCxnSpPr>
        <p:spPr>
          <a:xfrm flipH="1">
            <a:off x="5799733" y="4542167"/>
            <a:ext cx="2655" cy="85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>
            <a:extLst>
              <a:ext uri="{FF2B5EF4-FFF2-40B4-BE49-F238E27FC236}">
                <a16:creationId xmlns:a16="http://schemas.microsoft.com/office/drawing/2014/main" id="{520112C8-8D6C-4A80-A66B-10A15887FAD8}"/>
              </a:ext>
            </a:extLst>
          </p:cNvPr>
          <p:cNvCxnSpPr>
            <a:stCxn id="553" idx="2"/>
            <a:endCxn id="554" idx="0"/>
          </p:cNvCxnSpPr>
          <p:nvPr/>
        </p:nvCxnSpPr>
        <p:spPr>
          <a:xfrm>
            <a:off x="5799733" y="5282728"/>
            <a:ext cx="0" cy="87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>
            <a:extLst>
              <a:ext uri="{FF2B5EF4-FFF2-40B4-BE49-F238E27FC236}">
                <a16:creationId xmlns:a16="http://schemas.microsoft.com/office/drawing/2014/main" id="{976B250F-301A-4C2F-B7AB-C629058E4951}"/>
              </a:ext>
            </a:extLst>
          </p:cNvPr>
          <p:cNvCxnSpPr>
            <a:stCxn id="554" idx="2"/>
            <a:endCxn id="555" idx="0"/>
          </p:cNvCxnSpPr>
          <p:nvPr/>
        </p:nvCxnSpPr>
        <p:spPr>
          <a:xfrm>
            <a:off x="5799733" y="6025227"/>
            <a:ext cx="0" cy="91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직사각형 579">
            <a:extLst>
              <a:ext uri="{FF2B5EF4-FFF2-40B4-BE49-F238E27FC236}">
                <a16:creationId xmlns:a16="http://schemas.microsoft.com/office/drawing/2014/main" id="{75ED0240-BE03-4042-8A50-1E800353A0FD}"/>
              </a:ext>
            </a:extLst>
          </p:cNvPr>
          <p:cNvSpPr/>
          <p:nvPr/>
        </p:nvSpPr>
        <p:spPr>
          <a:xfrm>
            <a:off x="6288447" y="2399542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3.2.1</a:t>
            </a:r>
          </a:p>
          <a:p>
            <a:pPr algn="ctr"/>
            <a:r>
              <a:rPr lang="ko-KR" altLang="en-US" sz="600" dirty="0" err="1"/>
              <a:t>사용자인터페이스</a:t>
            </a:r>
            <a:endParaRPr lang="en-US" altLang="ko-KR" sz="600" dirty="0"/>
          </a:p>
          <a:p>
            <a:pPr algn="ctr"/>
            <a:r>
              <a:rPr lang="ko-KR" altLang="ko-KR" sz="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endParaRPr lang="ko-KR" altLang="en-US" sz="600" dirty="0"/>
          </a:p>
        </p:txBody>
      </p:sp>
      <p:sp>
        <p:nvSpPr>
          <p:cNvPr id="581" name="직사각형 580">
            <a:extLst>
              <a:ext uri="{FF2B5EF4-FFF2-40B4-BE49-F238E27FC236}">
                <a16:creationId xmlns:a16="http://schemas.microsoft.com/office/drawing/2014/main" id="{6AA1C789-480C-44DC-B556-742E4CDF6EF0}"/>
              </a:ext>
            </a:extLst>
          </p:cNvPr>
          <p:cNvSpPr/>
          <p:nvPr/>
        </p:nvSpPr>
        <p:spPr>
          <a:xfrm>
            <a:off x="6289959" y="3146580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3,2,2</a:t>
            </a:r>
          </a:p>
          <a:p>
            <a:pPr algn="ctr"/>
            <a:r>
              <a:rPr lang="ko-KR" altLang="en-US" sz="600" dirty="0" err="1"/>
              <a:t>시퀀스다이어그램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Ⅱ</a:t>
            </a:r>
            <a:endParaRPr lang="ko-KR" altLang="en-US" sz="600" dirty="0"/>
          </a:p>
        </p:txBody>
      </p:sp>
      <p:sp>
        <p:nvSpPr>
          <p:cNvPr id="582" name="직사각형 581">
            <a:extLst>
              <a:ext uri="{FF2B5EF4-FFF2-40B4-BE49-F238E27FC236}">
                <a16:creationId xmlns:a16="http://schemas.microsoft.com/office/drawing/2014/main" id="{92AC4725-2DF7-41E6-BB68-267CF51FCD47}"/>
              </a:ext>
            </a:extLst>
          </p:cNvPr>
          <p:cNvSpPr/>
          <p:nvPr/>
        </p:nvSpPr>
        <p:spPr>
          <a:xfrm>
            <a:off x="6282355" y="389638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3,2,3</a:t>
            </a:r>
          </a:p>
          <a:p>
            <a:pPr algn="ctr"/>
            <a:r>
              <a:rPr lang="ko-KR" altLang="en-US" sz="600" dirty="0" err="1"/>
              <a:t>클래스다이어그램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Ⅱ</a:t>
            </a:r>
            <a:endParaRPr lang="ko-KR" altLang="en-US" sz="600" dirty="0"/>
          </a:p>
        </p:txBody>
      </p:sp>
      <p:sp>
        <p:nvSpPr>
          <p:cNvPr id="583" name="직사각형 582">
            <a:extLst>
              <a:ext uri="{FF2B5EF4-FFF2-40B4-BE49-F238E27FC236}">
                <a16:creationId xmlns:a16="http://schemas.microsoft.com/office/drawing/2014/main" id="{1ADD5EA1-1BD6-4D11-828F-C22A4700A311}"/>
              </a:ext>
            </a:extLst>
          </p:cNvPr>
          <p:cNvSpPr/>
          <p:nvPr/>
        </p:nvSpPr>
        <p:spPr>
          <a:xfrm>
            <a:off x="6281167" y="464342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3,2,4</a:t>
            </a:r>
          </a:p>
          <a:p>
            <a:pPr algn="ctr"/>
            <a:r>
              <a:rPr lang="ko-KR" altLang="en-US" sz="600" dirty="0"/>
              <a:t>설계명세서</a:t>
            </a:r>
            <a:r>
              <a:rPr lang="en-US" altLang="ko-KR" sz="600" dirty="0"/>
              <a:t> Ⅱ</a:t>
            </a:r>
          </a:p>
        </p:txBody>
      </p:sp>
      <p:sp>
        <p:nvSpPr>
          <p:cNvPr id="584" name="직사각형 583">
            <a:extLst>
              <a:ext uri="{FF2B5EF4-FFF2-40B4-BE49-F238E27FC236}">
                <a16:creationId xmlns:a16="http://schemas.microsoft.com/office/drawing/2014/main" id="{24BEF6E4-C192-477E-A487-BB613EC960F7}"/>
              </a:ext>
            </a:extLst>
          </p:cNvPr>
          <p:cNvSpPr/>
          <p:nvPr/>
        </p:nvSpPr>
        <p:spPr>
          <a:xfrm>
            <a:off x="6281167" y="5371743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" dirty="0"/>
          </a:p>
          <a:p>
            <a:pPr algn="ctr"/>
            <a:r>
              <a:rPr lang="en-US" altLang="ko-KR" sz="600" dirty="0"/>
              <a:t>3,3.5</a:t>
            </a:r>
          </a:p>
          <a:p>
            <a:pPr algn="ctr"/>
            <a:r>
              <a:rPr lang="ko-KR" altLang="en-US" sz="600" dirty="0" err="1"/>
              <a:t>설계한계및문제점도출</a:t>
            </a:r>
            <a:r>
              <a:rPr lang="en-US" altLang="ko-KR" sz="600" dirty="0"/>
              <a:t> Ⅱ</a:t>
            </a:r>
            <a:endParaRPr lang="ko-KR" altLang="en-US" sz="600" dirty="0"/>
          </a:p>
          <a:p>
            <a:pPr algn="ctr"/>
            <a:endParaRPr lang="en-US" altLang="ko-KR" sz="600" dirty="0"/>
          </a:p>
        </p:txBody>
      </p:sp>
      <p:sp>
        <p:nvSpPr>
          <p:cNvPr id="585" name="직사각형 584">
            <a:extLst>
              <a:ext uri="{FF2B5EF4-FFF2-40B4-BE49-F238E27FC236}">
                <a16:creationId xmlns:a16="http://schemas.microsoft.com/office/drawing/2014/main" id="{5E357223-372D-4B8F-AE38-55E9F7E1B27A}"/>
              </a:ext>
            </a:extLst>
          </p:cNvPr>
          <p:cNvSpPr/>
          <p:nvPr/>
        </p:nvSpPr>
        <p:spPr>
          <a:xfrm>
            <a:off x="6281167" y="611221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3,2,6</a:t>
            </a:r>
          </a:p>
          <a:p>
            <a:pPr algn="ctr"/>
            <a:r>
              <a:rPr lang="ko-KR" altLang="en-US" sz="600" dirty="0"/>
              <a:t>설계수정</a:t>
            </a:r>
            <a:endParaRPr lang="en-US" altLang="ko-KR" sz="600" dirty="0"/>
          </a:p>
          <a:p>
            <a:pPr algn="ctr"/>
            <a:r>
              <a:rPr lang="en-US" altLang="ko-KR" sz="600" dirty="0"/>
              <a:t>Ⅱ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289495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260</Words>
  <Application>Microsoft Office PowerPoint</Application>
  <PresentationFormat>와이드스크린</PresentationFormat>
  <Paragraphs>188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th.kim</dc:creator>
  <cp:lastModifiedBy>th.kim</cp:lastModifiedBy>
  <cp:revision>27</cp:revision>
  <dcterms:created xsi:type="dcterms:W3CDTF">2018-04-03T04:28:26Z</dcterms:created>
  <dcterms:modified xsi:type="dcterms:W3CDTF">2018-04-05T12:35:29Z</dcterms:modified>
</cp:coreProperties>
</file>