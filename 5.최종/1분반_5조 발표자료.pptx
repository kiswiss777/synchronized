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301" r:id="rId4"/>
    <p:sldId id="257" r:id="rId5"/>
    <p:sldId id="285" r:id="rId6"/>
    <p:sldId id="288" r:id="rId7"/>
    <p:sldId id="286" r:id="rId8"/>
    <p:sldId id="287" r:id="rId9"/>
    <p:sldId id="302" r:id="rId10"/>
    <p:sldId id="317" r:id="rId11"/>
    <p:sldId id="290" r:id="rId12"/>
    <p:sldId id="291" r:id="rId13"/>
    <p:sldId id="292" r:id="rId14"/>
    <p:sldId id="293" r:id="rId15"/>
    <p:sldId id="299" r:id="rId16"/>
    <p:sldId id="294" r:id="rId17"/>
    <p:sldId id="295" r:id="rId18"/>
    <p:sldId id="296" r:id="rId19"/>
    <p:sldId id="318" r:id="rId20"/>
    <p:sldId id="319" r:id="rId21"/>
    <p:sldId id="297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298" r:id="rId30"/>
    <p:sldId id="313" r:id="rId31"/>
    <p:sldId id="314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316" r:id="rId41"/>
  </p:sldIdLst>
  <p:sldSz cx="9144000" cy="6858000" type="screen4x3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>
      <p:cViewPr varScale="1">
        <p:scale>
          <a:sx n="82" d="100"/>
          <a:sy n="82" d="100"/>
        </p:scale>
        <p:origin x="161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3506" y="1515365"/>
            <a:ext cx="639698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6520" y="3033648"/>
            <a:ext cx="487095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B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0464" y="2400300"/>
            <a:ext cx="3098291" cy="3904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32934" y="1319783"/>
            <a:ext cx="200025" cy="203200"/>
          </a:xfrm>
          <a:custGeom>
            <a:avLst/>
            <a:gdLst/>
            <a:ahLst/>
            <a:cxnLst/>
            <a:rect l="l" t="t" r="r" b="b"/>
            <a:pathLst>
              <a:path w="200025" h="203200">
                <a:moveTo>
                  <a:pt x="109854" y="0"/>
                </a:moveTo>
                <a:lnTo>
                  <a:pt x="89788" y="0"/>
                </a:lnTo>
                <a:lnTo>
                  <a:pt x="79882" y="3810"/>
                </a:lnTo>
                <a:lnTo>
                  <a:pt x="69850" y="5079"/>
                </a:lnTo>
                <a:lnTo>
                  <a:pt x="36194" y="23875"/>
                </a:lnTo>
                <a:lnTo>
                  <a:pt x="28701" y="30225"/>
                </a:lnTo>
                <a:lnTo>
                  <a:pt x="21208" y="36449"/>
                </a:lnTo>
                <a:lnTo>
                  <a:pt x="16255" y="45338"/>
                </a:lnTo>
                <a:lnTo>
                  <a:pt x="11175" y="52831"/>
                </a:lnTo>
                <a:lnTo>
                  <a:pt x="6222" y="61721"/>
                </a:lnTo>
                <a:lnTo>
                  <a:pt x="3682" y="71754"/>
                </a:lnTo>
                <a:lnTo>
                  <a:pt x="1269" y="81787"/>
                </a:lnTo>
                <a:lnTo>
                  <a:pt x="0" y="90677"/>
                </a:lnTo>
                <a:lnTo>
                  <a:pt x="0" y="112013"/>
                </a:lnTo>
                <a:lnTo>
                  <a:pt x="1269" y="122174"/>
                </a:lnTo>
                <a:lnTo>
                  <a:pt x="3682" y="130937"/>
                </a:lnTo>
                <a:lnTo>
                  <a:pt x="6222" y="140969"/>
                </a:lnTo>
                <a:lnTo>
                  <a:pt x="11175" y="149860"/>
                </a:lnTo>
                <a:lnTo>
                  <a:pt x="16255" y="157352"/>
                </a:lnTo>
                <a:lnTo>
                  <a:pt x="21208" y="166242"/>
                </a:lnTo>
                <a:lnTo>
                  <a:pt x="28701" y="173736"/>
                </a:lnTo>
                <a:lnTo>
                  <a:pt x="36194" y="178815"/>
                </a:lnTo>
                <a:lnTo>
                  <a:pt x="43687" y="186308"/>
                </a:lnTo>
                <a:lnTo>
                  <a:pt x="52450" y="190118"/>
                </a:lnTo>
                <a:lnTo>
                  <a:pt x="59943" y="193928"/>
                </a:lnTo>
                <a:lnTo>
                  <a:pt x="79882" y="201421"/>
                </a:lnTo>
                <a:lnTo>
                  <a:pt x="89788" y="202691"/>
                </a:lnTo>
                <a:lnTo>
                  <a:pt x="109854" y="202691"/>
                </a:lnTo>
                <a:lnTo>
                  <a:pt x="119760" y="201421"/>
                </a:lnTo>
                <a:lnTo>
                  <a:pt x="129793" y="197612"/>
                </a:lnTo>
                <a:lnTo>
                  <a:pt x="137287" y="193928"/>
                </a:lnTo>
                <a:lnTo>
                  <a:pt x="147192" y="190118"/>
                </a:lnTo>
                <a:lnTo>
                  <a:pt x="155955" y="186308"/>
                </a:lnTo>
                <a:lnTo>
                  <a:pt x="162178" y="178815"/>
                </a:lnTo>
                <a:lnTo>
                  <a:pt x="98551" y="178815"/>
                </a:lnTo>
                <a:lnTo>
                  <a:pt x="83565" y="177545"/>
                </a:lnTo>
                <a:lnTo>
                  <a:pt x="44957" y="156082"/>
                </a:lnTo>
                <a:lnTo>
                  <a:pt x="24891" y="117093"/>
                </a:lnTo>
                <a:lnTo>
                  <a:pt x="23748" y="101980"/>
                </a:lnTo>
                <a:lnTo>
                  <a:pt x="24891" y="85598"/>
                </a:lnTo>
                <a:lnTo>
                  <a:pt x="44957" y="46608"/>
                </a:lnTo>
                <a:lnTo>
                  <a:pt x="83565" y="25145"/>
                </a:lnTo>
                <a:lnTo>
                  <a:pt x="98551" y="23875"/>
                </a:lnTo>
                <a:lnTo>
                  <a:pt x="162178" y="23875"/>
                </a:lnTo>
                <a:lnTo>
                  <a:pt x="155955" y="17652"/>
                </a:lnTo>
                <a:lnTo>
                  <a:pt x="147192" y="12573"/>
                </a:lnTo>
                <a:lnTo>
                  <a:pt x="137287" y="8762"/>
                </a:lnTo>
                <a:lnTo>
                  <a:pt x="129793" y="5079"/>
                </a:lnTo>
                <a:lnTo>
                  <a:pt x="119760" y="3810"/>
                </a:lnTo>
                <a:lnTo>
                  <a:pt x="109854" y="0"/>
                </a:lnTo>
                <a:close/>
              </a:path>
              <a:path w="200025" h="203200">
                <a:moveTo>
                  <a:pt x="162178" y="23875"/>
                </a:moveTo>
                <a:lnTo>
                  <a:pt x="98551" y="23875"/>
                </a:lnTo>
                <a:lnTo>
                  <a:pt x="114807" y="25145"/>
                </a:lnTo>
                <a:lnTo>
                  <a:pt x="129793" y="30225"/>
                </a:lnTo>
                <a:lnTo>
                  <a:pt x="162178" y="59181"/>
                </a:lnTo>
                <a:lnTo>
                  <a:pt x="175894" y="101980"/>
                </a:lnTo>
                <a:lnTo>
                  <a:pt x="173481" y="117093"/>
                </a:lnTo>
                <a:lnTo>
                  <a:pt x="153415" y="156082"/>
                </a:lnTo>
                <a:lnTo>
                  <a:pt x="114807" y="177545"/>
                </a:lnTo>
                <a:lnTo>
                  <a:pt x="98551" y="178815"/>
                </a:lnTo>
                <a:lnTo>
                  <a:pt x="162178" y="178815"/>
                </a:lnTo>
                <a:lnTo>
                  <a:pt x="187197" y="149860"/>
                </a:lnTo>
                <a:lnTo>
                  <a:pt x="194690" y="130937"/>
                </a:lnTo>
                <a:lnTo>
                  <a:pt x="197103" y="122174"/>
                </a:lnTo>
                <a:lnTo>
                  <a:pt x="199643" y="101980"/>
                </a:lnTo>
                <a:lnTo>
                  <a:pt x="198373" y="90677"/>
                </a:lnTo>
                <a:lnTo>
                  <a:pt x="197103" y="81787"/>
                </a:lnTo>
                <a:lnTo>
                  <a:pt x="182117" y="45338"/>
                </a:lnTo>
                <a:lnTo>
                  <a:pt x="169671" y="30225"/>
                </a:lnTo>
                <a:lnTo>
                  <a:pt x="162178" y="23875"/>
                </a:lnTo>
                <a:close/>
              </a:path>
            </a:pathLst>
          </a:custGeom>
          <a:solidFill>
            <a:srgbClr val="F9E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20028" y="1278636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39" h="180340">
                <a:moveTo>
                  <a:pt x="99949" y="0"/>
                </a:moveTo>
                <a:lnTo>
                  <a:pt x="82423" y="0"/>
                </a:lnTo>
                <a:lnTo>
                  <a:pt x="72389" y="1269"/>
                </a:lnTo>
                <a:lnTo>
                  <a:pt x="63754" y="2539"/>
                </a:lnTo>
                <a:lnTo>
                  <a:pt x="56134" y="7492"/>
                </a:lnTo>
                <a:lnTo>
                  <a:pt x="47498" y="10033"/>
                </a:lnTo>
                <a:lnTo>
                  <a:pt x="41148" y="14986"/>
                </a:lnTo>
                <a:lnTo>
                  <a:pt x="26162" y="26162"/>
                </a:lnTo>
                <a:lnTo>
                  <a:pt x="16256" y="38735"/>
                </a:lnTo>
                <a:lnTo>
                  <a:pt x="11175" y="47498"/>
                </a:lnTo>
                <a:lnTo>
                  <a:pt x="7493" y="53721"/>
                </a:lnTo>
                <a:lnTo>
                  <a:pt x="4952" y="62484"/>
                </a:lnTo>
                <a:lnTo>
                  <a:pt x="2539" y="72389"/>
                </a:lnTo>
                <a:lnTo>
                  <a:pt x="0" y="79883"/>
                </a:lnTo>
                <a:lnTo>
                  <a:pt x="0" y="98678"/>
                </a:lnTo>
                <a:lnTo>
                  <a:pt x="2539" y="107441"/>
                </a:lnTo>
                <a:lnTo>
                  <a:pt x="4952" y="116077"/>
                </a:lnTo>
                <a:lnTo>
                  <a:pt x="7493" y="124840"/>
                </a:lnTo>
                <a:lnTo>
                  <a:pt x="41148" y="164846"/>
                </a:lnTo>
                <a:lnTo>
                  <a:pt x="56134" y="172338"/>
                </a:lnTo>
                <a:lnTo>
                  <a:pt x="63754" y="176022"/>
                </a:lnTo>
                <a:lnTo>
                  <a:pt x="72389" y="178562"/>
                </a:lnTo>
                <a:lnTo>
                  <a:pt x="82423" y="179831"/>
                </a:lnTo>
                <a:lnTo>
                  <a:pt x="99949" y="179831"/>
                </a:lnTo>
                <a:lnTo>
                  <a:pt x="108585" y="178562"/>
                </a:lnTo>
                <a:lnTo>
                  <a:pt x="117348" y="176022"/>
                </a:lnTo>
                <a:lnTo>
                  <a:pt x="126111" y="172338"/>
                </a:lnTo>
                <a:lnTo>
                  <a:pt x="133604" y="168528"/>
                </a:lnTo>
                <a:lnTo>
                  <a:pt x="141097" y="164846"/>
                </a:lnTo>
                <a:lnTo>
                  <a:pt x="150746" y="156083"/>
                </a:lnTo>
                <a:lnTo>
                  <a:pt x="89916" y="156083"/>
                </a:lnTo>
                <a:lnTo>
                  <a:pt x="77470" y="154812"/>
                </a:lnTo>
                <a:lnTo>
                  <a:pt x="34925" y="127380"/>
                </a:lnTo>
                <a:lnTo>
                  <a:pt x="23749" y="89915"/>
                </a:lnTo>
                <a:lnTo>
                  <a:pt x="25019" y="76200"/>
                </a:lnTo>
                <a:lnTo>
                  <a:pt x="43687" y="42417"/>
                </a:lnTo>
                <a:lnTo>
                  <a:pt x="89916" y="23749"/>
                </a:lnTo>
                <a:lnTo>
                  <a:pt x="150855" y="23749"/>
                </a:lnTo>
                <a:lnTo>
                  <a:pt x="141097" y="14986"/>
                </a:lnTo>
                <a:lnTo>
                  <a:pt x="133604" y="10033"/>
                </a:lnTo>
                <a:lnTo>
                  <a:pt x="126111" y="7492"/>
                </a:lnTo>
                <a:lnTo>
                  <a:pt x="117348" y="2539"/>
                </a:lnTo>
                <a:lnTo>
                  <a:pt x="99949" y="0"/>
                </a:lnTo>
                <a:close/>
              </a:path>
              <a:path w="180339" h="180340">
                <a:moveTo>
                  <a:pt x="150855" y="23749"/>
                </a:moveTo>
                <a:lnTo>
                  <a:pt x="89916" y="23749"/>
                </a:lnTo>
                <a:lnTo>
                  <a:pt x="103632" y="25018"/>
                </a:lnTo>
                <a:lnTo>
                  <a:pt x="116077" y="27431"/>
                </a:lnTo>
                <a:lnTo>
                  <a:pt x="146050" y="52450"/>
                </a:lnTo>
                <a:lnTo>
                  <a:pt x="156083" y="89915"/>
                </a:lnTo>
                <a:lnTo>
                  <a:pt x="154812" y="102362"/>
                </a:lnTo>
                <a:lnTo>
                  <a:pt x="137413" y="137413"/>
                </a:lnTo>
                <a:lnTo>
                  <a:pt x="89916" y="156083"/>
                </a:lnTo>
                <a:lnTo>
                  <a:pt x="150746" y="156083"/>
                </a:lnTo>
                <a:lnTo>
                  <a:pt x="173609" y="124840"/>
                </a:lnTo>
                <a:lnTo>
                  <a:pt x="176022" y="116077"/>
                </a:lnTo>
                <a:lnTo>
                  <a:pt x="178562" y="107441"/>
                </a:lnTo>
                <a:lnTo>
                  <a:pt x="179832" y="98678"/>
                </a:lnTo>
                <a:lnTo>
                  <a:pt x="179832" y="79883"/>
                </a:lnTo>
                <a:lnTo>
                  <a:pt x="178562" y="72389"/>
                </a:lnTo>
                <a:lnTo>
                  <a:pt x="176022" y="62484"/>
                </a:lnTo>
                <a:lnTo>
                  <a:pt x="173609" y="53721"/>
                </a:lnTo>
                <a:lnTo>
                  <a:pt x="169799" y="47498"/>
                </a:lnTo>
                <a:lnTo>
                  <a:pt x="164846" y="38735"/>
                </a:lnTo>
                <a:lnTo>
                  <a:pt x="153543" y="26162"/>
                </a:lnTo>
                <a:lnTo>
                  <a:pt x="150855" y="23749"/>
                </a:lnTo>
                <a:close/>
              </a:path>
            </a:pathLst>
          </a:custGeom>
          <a:solidFill>
            <a:srgbClr val="F9E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2305" y="1592582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65405" y="0"/>
                </a:moveTo>
                <a:lnTo>
                  <a:pt x="28956" y="11175"/>
                </a:lnTo>
                <a:lnTo>
                  <a:pt x="1270" y="52324"/>
                </a:lnTo>
                <a:lnTo>
                  <a:pt x="0" y="64770"/>
                </a:lnTo>
                <a:lnTo>
                  <a:pt x="1270" y="77216"/>
                </a:lnTo>
                <a:lnTo>
                  <a:pt x="28956" y="118364"/>
                </a:lnTo>
                <a:lnTo>
                  <a:pt x="65405" y="129540"/>
                </a:lnTo>
                <a:lnTo>
                  <a:pt x="79248" y="128270"/>
                </a:lnTo>
                <a:lnTo>
                  <a:pt x="91821" y="124587"/>
                </a:lnTo>
                <a:lnTo>
                  <a:pt x="100584" y="118364"/>
                </a:lnTo>
                <a:lnTo>
                  <a:pt x="110617" y="110871"/>
                </a:lnTo>
                <a:lnTo>
                  <a:pt x="115005" y="105918"/>
                </a:lnTo>
                <a:lnTo>
                  <a:pt x="65405" y="105918"/>
                </a:lnTo>
                <a:lnTo>
                  <a:pt x="56642" y="104648"/>
                </a:lnTo>
                <a:lnTo>
                  <a:pt x="27686" y="80899"/>
                </a:lnTo>
                <a:lnTo>
                  <a:pt x="23875" y="73533"/>
                </a:lnTo>
                <a:lnTo>
                  <a:pt x="22606" y="64770"/>
                </a:lnTo>
                <a:lnTo>
                  <a:pt x="23875" y="57277"/>
                </a:lnTo>
                <a:lnTo>
                  <a:pt x="27686" y="48514"/>
                </a:lnTo>
                <a:lnTo>
                  <a:pt x="65405" y="23622"/>
                </a:lnTo>
                <a:lnTo>
                  <a:pt x="114353" y="23622"/>
                </a:lnTo>
                <a:lnTo>
                  <a:pt x="110617" y="19939"/>
                </a:lnTo>
                <a:lnTo>
                  <a:pt x="100584" y="11175"/>
                </a:lnTo>
                <a:lnTo>
                  <a:pt x="91821" y="6223"/>
                </a:lnTo>
                <a:lnTo>
                  <a:pt x="79248" y="1270"/>
                </a:lnTo>
                <a:lnTo>
                  <a:pt x="65405" y="0"/>
                </a:lnTo>
                <a:close/>
              </a:path>
              <a:path w="129539" h="129539">
                <a:moveTo>
                  <a:pt x="114353" y="23622"/>
                </a:moveTo>
                <a:lnTo>
                  <a:pt x="65405" y="23622"/>
                </a:lnTo>
                <a:lnTo>
                  <a:pt x="72898" y="24892"/>
                </a:lnTo>
                <a:lnTo>
                  <a:pt x="81787" y="27432"/>
                </a:lnTo>
                <a:lnTo>
                  <a:pt x="106934" y="57277"/>
                </a:lnTo>
                <a:lnTo>
                  <a:pt x="106934" y="73533"/>
                </a:lnTo>
                <a:lnTo>
                  <a:pt x="103124" y="80899"/>
                </a:lnTo>
                <a:lnTo>
                  <a:pt x="99313" y="88392"/>
                </a:lnTo>
                <a:lnTo>
                  <a:pt x="94361" y="93472"/>
                </a:lnTo>
                <a:lnTo>
                  <a:pt x="88011" y="99695"/>
                </a:lnTo>
                <a:lnTo>
                  <a:pt x="81787" y="103378"/>
                </a:lnTo>
                <a:lnTo>
                  <a:pt x="72898" y="104648"/>
                </a:lnTo>
                <a:lnTo>
                  <a:pt x="65405" y="105918"/>
                </a:lnTo>
                <a:lnTo>
                  <a:pt x="115005" y="105918"/>
                </a:lnTo>
                <a:lnTo>
                  <a:pt x="119507" y="100837"/>
                </a:lnTo>
                <a:lnTo>
                  <a:pt x="124460" y="89662"/>
                </a:lnTo>
                <a:lnTo>
                  <a:pt x="128270" y="77216"/>
                </a:lnTo>
                <a:lnTo>
                  <a:pt x="129540" y="64770"/>
                </a:lnTo>
                <a:lnTo>
                  <a:pt x="128270" y="52324"/>
                </a:lnTo>
                <a:lnTo>
                  <a:pt x="124460" y="39878"/>
                </a:lnTo>
                <a:lnTo>
                  <a:pt x="119507" y="28702"/>
                </a:lnTo>
                <a:lnTo>
                  <a:pt x="114353" y="23622"/>
                </a:lnTo>
                <a:close/>
              </a:path>
            </a:pathLst>
          </a:custGeom>
          <a:solidFill>
            <a:srgbClr val="F9E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88966" y="1054610"/>
            <a:ext cx="131445" cy="131445"/>
          </a:xfrm>
          <a:custGeom>
            <a:avLst/>
            <a:gdLst/>
            <a:ahLst/>
            <a:cxnLst/>
            <a:rect l="l" t="t" r="r" b="b"/>
            <a:pathLst>
              <a:path w="131445" h="131444">
                <a:moveTo>
                  <a:pt x="65532" y="0"/>
                </a:moveTo>
                <a:lnTo>
                  <a:pt x="20193" y="18922"/>
                </a:lnTo>
                <a:lnTo>
                  <a:pt x="2539" y="52958"/>
                </a:lnTo>
                <a:lnTo>
                  <a:pt x="0" y="65531"/>
                </a:lnTo>
                <a:lnTo>
                  <a:pt x="2539" y="79375"/>
                </a:lnTo>
                <a:lnTo>
                  <a:pt x="30225" y="119761"/>
                </a:lnTo>
                <a:lnTo>
                  <a:pt x="65532" y="131063"/>
                </a:lnTo>
                <a:lnTo>
                  <a:pt x="78105" y="129793"/>
                </a:lnTo>
                <a:lnTo>
                  <a:pt x="90677" y="125983"/>
                </a:lnTo>
                <a:lnTo>
                  <a:pt x="102108" y="119761"/>
                </a:lnTo>
                <a:lnTo>
                  <a:pt x="112140" y="110870"/>
                </a:lnTo>
                <a:lnTo>
                  <a:pt x="116006" y="107061"/>
                </a:lnTo>
                <a:lnTo>
                  <a:pt x="65532" y="107061"/>
                </a:lnTo>
                <a:lnTo>
                  <a:pt x="49149" y="104647"/>
                </a:lnTo>
                <a:lnTo>
                  <a:pt x="42799" y="100837"/>
                </a:lnTo>
                <a:lnTo>
                  <a:pt x="36575" y="94487"/>
                </a:lnTo>
                <a:lnTo>
                  <a:pt x="31496" y="89534"/>
                </a:lnTo>
                <a:lnTo>
                  <a:pt x="27686" y="81914"/>
                </a:lnTo>
                <a:lnTo>
                  <a:pt x="25146" y="74294"/>
                </a:lnTo>
                <a:lnTo>
                  <a:pt x="24002" y="65531"/>
                </a:lnTo>
                <a:lnTo>
                  <a:pt x="25146" y="56768"/>
                </a:lnTo>
                <a:lnTo>
                  <a:pt x="27686" y="50418"/>
                </a:lnTo>
                <a:lnTo>
                  <a:pt x="31496" y="41528"/>
                </a:lnTo>
                <a:lnTo>
                  <a:pt x="36575" y="36575"/>
                </a:lnTo>
                <a:lnTo>
                  <a:pt x="42799" y="30225"/>
                </a:lnTo>
                <a:lnTo>
                  <a:pt x="49149" y="27686"/>
                </a:lnTo>
                <a:lnTo>
                  <a:pt x="57912" y="25145"/>
                </a:lnTo>
                <a:lnTo>
                  <a:pt x="65532" y="24002"/>
                </a:lnTo>
                <a:lnTo>
                  <a:pt x="116642" y="24002"/>
                </a:lnTo>
                <a:lnTo>
                  <a:pt x="112140" y="18922"/>
                </a:lnTo>
                <a:lnTo>
                  <a:pt x="102108" y="11302"/>
                </a:lnTo>
                <a:lnTo>
                  <a:pt x="90677" y="5079"/>
                </a:lnTo>
                <a:lnTo>
                  <a:pt x="78105" y="1269"/>
                </a:lnTo>
                <a:lnTo>
                  <a:pt x="65532" y="0"/>
                </a:lnTo>
                <a:close/>
              </a:path>
              <a:path w="131445" h="131444">
                <a:moveTo>
                  <a:pt x="116642" y="24002"/>
                </a:moveTo>
                <a:lnTo>
                  <a:pt x="65532" y="24002"/>
                </a:lnTo>
                <a:lnTo>
                  <a:pt x="74295" y="25145"/>
                </a:lnTo>
                <a:lnTo>
                  <a:pt x="83185" y="27686"/>
                </a:lnTo>
                <a:lnTo>
                  <a:pt x="89535" y="30225"/>
                </a:lnTo>
                <a:lnTo>
                  <a:pt x="95758" y="36575"/>
                </a:lnTo>
                <a:lnTo>
                  <a:pt x="100837" y="41528"/>
                </a:lnTo>
                <a:lnTo>
                  <a:pt x="103377" y="50418"/>
                </a:lnTo>
                <a:lnTo>
                  <a:pt x="107061" y="56768"/>
                </a:lnTo>
                <a:lnTo>
                  <a:pt x="108331" y="65531"/>
                </a:lnTo>
                <a:lnTo>
                  <a:pt x="107061" y="74294"/>
                </a:lnTo>
                <a:lnTo>
                  <a:pt x="103377" y="81914"/>
                </a:lnTo>
                <a:lnTo>
                  <a:pt x="100837" y="89534"/>
                </a:lnTo>
                <a:lnTo>
                  <a:pt x="95758" y="94487"/>
                </a:lnTo>
                <a:lnTo>
                  <a:pt x="89535" y="100837"/>
                </a:lnTo>
                <a:lnTo>
                  <a:pt x="83185" y="104647"/>
                </a:lnTo>
                <a:lnTo>
                  <a:pt x="74295" y="105917"/>
                </a:lnTo>
                <a:lnTo>
                  <a:pt x="65532" y="107061"/>
                </a:lnTo>
                <a:lnTo>
                  <a:pt x="116006" y="107061"/>
                </a:lnTo>
                <a:lnTo>
                  <a:pt x="121031" y="102107"/>
                </a:lnTo>
                <a:lnTo>
                  <a:pt x="125984" y="90677"/>
                </a:lnTo>
                <a:lnTo>
                  <a:pt x="129794" y="79375"/>
                </a:lnTo>
                <a:lnTo>
                  <a:pt x="131063" y="65531"/>
                </a:lnTo>
                <a:lnTo>
                  <a:pt x="129794" y="52958"/>
                </a:lnTo>
                <a:lnTo>
                  <a:pt x="125984" y="40386"/>
                </a:lnTo>
                <a:lnTo>
                  <a:pt x="121031" y="28955"/>
                </a:lnTo>
                <a:lnTo>
                  <a:pt x="116642" y="24002"/>
                </a:lnTo>
                <a:close/>
              </a:path>
            </a:pathLst>
          </a:custGeom>
          <a:solidFill>
            <a:srgbClr val="F9E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7887" y="412155"/>
            <a:ext cx="863131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315" algn="ctr"/>
            <a:r>
              <a:rPr lang="ko-KR" altLang="en-US" b="1" spc="-10" dirty="0">
                <a:solidFill>
                  <a:srgbClr val="252525"/>
                </a:solidFill>
              </a:rPr>
              <a:t>객체지향소프트웨어 최종 발표</a:t>
            </a:r>
            <a:endParaRPr b="1" spc="-10" dirty="0">
              <a:solidFill>
                <a:srgbClr val="252525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5642" y="2339339"/>
            <a:ext cx="5506647" cy="4325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31339">
              <a:lnSpc>
                <a:spcPts val="4320"/>
              </a:lnSpc>
            </a:pPr>
            <a:r>
              <a:rPr lang="en-US" altLang="ko-KR" sz="2400" b="1" spc="-10" dirty="0">
                <a:solidFill>
                  <a:srgbClr val="252525"/>
                </a:solidFill>
                <a:latin typeface="Segoe UI"/>
                <a:cs typeface="Segoe UI"/>
              </a:rPr>
              <a:t>1</a:t>
            </a:r>
            <a:r>
              <a:rPr lang="ko-KR" altLang="en-US" sz="2400" b="1" spc="-10" dirty="0">
                <a:solidFill>
                  <a:srgbClr val="252525"/>
                </a:solidFill>
                <a:latin typeface="Segoe UI"/>
                <a:cs typeface="Segoe UI"/>
              </a:rPr>
              <a:t>분반</a:t>
            </a:r>
            <a:r>
              <a:rPr lang="en-US" altLang="ko-KR" sz="2400" b="1" spc="-10" dirty="0">
                <a:solidFill>
                  <a:srgbClr val="252525"/>
                </a:solidFill>
                <a:latin typeface="Segoe UI"/>
                <a:cs typeface="Segoe UI"/>
              </a:rPr>
              <a:t>_5</a:t>
            </a:r>
            <a:r>
              <a:rPr lang="ko-KR" altLang="en-US" sz="2400" b="1" spc="-10" dirty="0">
                <a:solidFill>
                  <a:srgbClr val="252525"/>
                </a:solidFill>
                <a:latin typeface="Segoe UI"/>
                <a:cs typeface="Segoe UI"/>
              </a:rPr>
              <a:t>조</a:t>
            </a:r>
            <a:r>
              <a:rPr lang="en-US" altLang="ko-KR" sz="2400" b="1" spc="-10" dirty="0">
                <a:solidFill>
                  <a:srgbClr val="252525"/>
                </a:solidFill>
                <a:latin typeface="Segoe UI"/>
                <a:cs typeface="Segoe UI"/>
              </a:rPr>
              <a:t>(</a:t>
            </a:r>
            <a:r>
              <a:rPr lang="ko-KR" altLang="en-US" sz="2400" b="1" spc="-10" dirty="0">
                <a:solidFill>
                  <a:srgbClr val="252525"/>
                </a:solidFill>
                <a:latin typeface="Segoe UI"/>
                <a:cs typeface="Segoe UI"/>
              </a:rPr>
              <a:t>금요일</a:t>
            </a:r>
            <a:r>
              <a:rPr lang="en-US" altLang="ko-KR" sz="2400" b="1" spc="-10" dirty="0">
                <a:solidFill>
                  <a:srgbClr val="252525"/>
                </a:solidFill>
                <a:latin typeface="Segoe UI"/>
                <a:cs typeface="Segoe UI"/>
              </a:rPr>
              <a:t>1,2</a:t>
            </a:r>
            <a:r>
              <a:rPr lang="ko-KR" altLang="en-US" sz="2400" b="1" spc="-10" dirty="0">
                <a:solidFill>
                  <a:srgbClr val="252525"/>
                </a:solidFill>
                <a:latin typeface="Segoe UI"/>
                <a:cs typeface="Segoe UI"/>
              </a:rPr>
              <a:t>교시</a:t>
            </a:r>
            <a:r>
              <a:rPr lang="en-US" altLang="ko-KR" sz="2400" b="1" spc="-10" dirty="0">
                <a:solidFill>
                  <a:srgbClr val="252525"/>
                </a:solidFill>
                <a:latin typeface="Segoe UI"/>
                <a:cs typeface="Segoe UI"/>
              </a:rPr>
              <a:t>)   		 </a:t>
            </a:r>
            <a:r>
              <a:rPr lang="en-US" altLang="ko-KR" dirty="0">
                <a:latin typeface="Segoe UI"/>
                <a:cs typeface="Segoe UI"/>
              </a:rPr>
              <a:t>20130374 </a:t>
            </a:r>
            <a:r>
              <a:rPr lang="ko-KR" altLang="en-US" dirty="0">
                <a:latin typeface="Segoe UI"/>
                <a:cs typeface="Segoe UI"/>
              </a:rPr>
              <a:t>김태현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20130721 </a:t>
            </a:r>
            <a:r>
              <a:rPr lang="ko-KR" altLang="en-US" dirty="0" err="1">
                <a:latin typeface="Segoe UI"/>
                <a:cs typeface="Segoe UI"/>
              </a:rPr>
              <a:t>안교욱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20140206 </a:t>
            </a:r>
            <a:r>
              <a:rPr lang="ko-KR" altLang="en-US" dirty="0">
                <a:latin typeface="Segoe UI"/>
                <a:cs typeface="Segoe UI"/>
              </a:rPr>
              <a:t>김성우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20141435 </a:t>
            </a:r>
            <a:r>
              <a:rPr lang="ko-KR" altLang="en-US" dirty="0">
                <a:latin typeface="Segoe UI"/>
                <a:cs typeface="Segoe UI"/>
              </a:rPr>
              <a:t>황선준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20150207 </a:t>
            </a:r>
            <a:r>
              <a:rPr lang="ko-KR" altLang="en-US" dirty="0">
                <a:latin typeface="Segoe UI"/>
                <a:cs typeface="Segoe UI"/>
              </a:rPr>
              <a:t>김세영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20151450 </a:t>
            </a:r>
            <a:r>
              <a:rPr lang="ko-KR" altLang="en-US" dirty="0" err="1">
                <a:latin typeface="Segoe UI"/>
                <a:cs typeface="Segoe UI"/>
              </a:rPr>
              <a:t>김송이</a:t>
            </a:r>
            <a:endParaRPr lang="en-US" altLang="ko-KR" dirty="0">
              <a:latin typeface="Segoe UI"/>
              <a:cs typeface="Segoe UI"/>
            </a:endParaRPr>
          </a:p>
          <a:p>
            <a:pPr marL="1831339" algn="r">
              <a:lnSpc>
                <a:spcPts val="4320"/>
              </a:lnSpc>
            </a:pPr>
            <a:r>
              <a:rPr lang="en-US" altLang="ko-KR" dirty="0">
                <a:latin typeface="Segoe UI"/>
                <a:cs typeface="Segoe UI"/>
              </a:rPr>
              <a:t>20160002 </a:t>
            </a:r>
            <a:r>
              <a:rPr lang="ko-KR" altLang="en-US" dirty="0" err="1">
                <a:latin typeface="Segoe UI"/>
                <a:cs typeface="Segoe UI"/>
              </a:rPr>
              <a:t>강다은</a:t>
            </a:r>
            <a:endParaRPr dirty="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61361" y="2392679"/>
            <a:ext cx="299085" cy="356870"/>
          </a:xfrm>
          <a:custGeom>
            <a:avLst/>
            <a:gdLst/>
            <a:ahLst/>
            <a:cxnLst/>
            <a:rect l="l" t="t" r="r" b="b"/>
            <a:pathLst>
              <a:path w="299085" h="356869">
                <a:moveTo>
                  <a:pt x="163702" y="0"/>
                </a:moveTo>
                <a:lnTo>
                  <a:pt x="135000" y="0"/>
                </a:lnTo>
                <a:lnTo>
                  <a:pt x="0" y="356616"/>
                </a:lnTo>
                <a:lnTo>
                  <a:pt x="31495" y="356616"/>
                </a:lnTo>
                <a:lnTo>
                  <a:pt x="68452" y="256286"/>
                </a:lnTo>
                <a:lnTo>
                  <a:pt x="260722" y="256286"/>
                </a:lnTo>
                <a:lnTo>
                  <a:pt x="251107" y="230886"/>
                </a:lnTo>
                <a:lnTo>
                  <a:pt x="77724" y="230886"/>
                </a:lnTo>
                <a:lnTo>
                  <a:pt x="149351" y="36575"/>
                </a:lnTo>
                <a:lnTo>
                  <a:pt x="177549" y="36575"/>
                </a:lnTo>
                <a:lnTo>
                  <a:pt x="163702" y="0"/>
                </a:lnTo>
                <a:close/>
              </a:path>
              <a:path w="299085" h="356869">
                <a:moveTo>
                  <a:pt x="260722" y="256286"/>
                </a:moveTo>
                <a:lnTo>
                  <a:pt x="230504" y="256286"/>
                </a:lnTo>
                <a:lnTo>
                  <a:pt x="267462" y="356616"/>
                </a:lnTo>
                <a:lnTo>
                  <a:pt x="298703" y="356616"/>
                </a:lnTo>
                <a:lnTo>
                  <a:pt x="260722" y="256286"/>
                </a:lnTo>
                <a:close/>
              </a:path>
              <a:path w="299085" h="356869">
                <a:moveTo>
                  <a:pt x="177549" y="36575"/>
                </a:moveTo>
                <a:lnTo>
                  <a:pt x="149351" y="36575"/>
                </a:lnTo>
                <a:lnTo>
                  <a:pt x="220979" y="230886"/>
                </a:lnTo>
                <a:lnTo>
                  <a:pt x="251107" y="230886"/>
                </a:lnTo>
                <a:lnTo>
                  <a:pt x="177549" y="36575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61588" y="2479548"/>
            <a:ext cx="212090" cy="274320"/>
          </a:xfrm>
          <a:custGeom>
            <a:avLst/>
            <a:gdLst/>
            <a:ahLst/>
            <a:cxnLst/>
            <a:rect l="l" t="t" r="r" b="b"/>
            <a:pathLst>
              <a:path w="212089" h="274319">
                <a:moveTo>
                  <a:pt x="180174" y="24511"/>
                </a:moveTo>
                <a:lnTo>
                  <a:pt x="106172" y="24511"/>
                </a:lnTo>
                <a:lnTo>
                  <a:pt x="114426" y="24764"/>
                </a:lnTo>
                <a:lnTo>
                  <a:pt x="129032" y="26669"/>
                </a:lnTo>
                <a:lnTo>
                  <a:pt x="164846" y="49911"/>
                </a:lnTo>
                <a:lnTo>
                  <a:pt x="174371" y="115697"/>
                </a:lnTo>
                <a:lnTo>
                  <a:pt x="121792" y="115697"/>
                </a:lnTo>
                <a:lnTo>
                  <a:pt x="107823" y="116077"/>
                </a:lnTo>
                <a:lnTo>
                  <a:pt x="94487" y="116966"/>
                </a:lnTo>
                <a:lnTo>
                  <a:pt x="88137" y="117982"/>
                </a:lnTo>
                <a:lnTo>
                  <a:pt x="82169" y="118872"/>
                </a:lnTo>
                <a:lnTo>
                  <a:pt x="76073" y="119887"/>
                </a:lnTo>
                <a:lnTo>
                  <a:pt x="70738" y="121412"/>
                </a:lnTo>
                <a:lnTo>
                  <a:pt x="65024" y="122681"/>
                </a:lnTo>
                <a:lnTo>
                  <a:pt x="28194" y="140842"/>
                </a:lnTo>
                <a:lnTo>
                  <a:pt x="24764" y="144017"/>
                </a:lnTo>
                <a:lnTo>
                  <a:pt x="21209" y="147192"/>
                </a:lnTo>
                <a:lnTo>
                  <a:pt x="8254" y="164718"/>
                </a:lnTo>
                <a:lnTo>
                  <a:pt x="5969" y="168528"/>
                </a:lnTo>
                <a:lnTo>
                  <a:pt x="0" y="199009"/>
                </a:lnTo>
                <a:lnTo>
                  <a:pt x="635" y="207263"/>
                </a:lnTo>
                <a:lnTo>
                  <a:pt x="1524" y="214884"/>
                </a:lnTo>
                <a:lnTo>
                  <a:pt x="2159" y="218312"/>
                </a:lnTo>
                <a:lnTo>
                  <a:pt x="3175" y="222250"/>
                </a:lnTo>
                <a:lnTo>
                  <a:pt x="4898" y="226949"/>
                </a:lnTo>
                <a:lnTo>
                  <a:pt x="5714" y="229235"/>
                </a:lnTo>
                <a:lnTo>
                  <a:pt x="7620" y="232410"/>
                </a:lnTo>
                <a:lnTo>
                  <a:pt x="9144" y="235838"/>
                </a:lnTo>
                <a:lnTo>
                  <a:pt x="11049" y="238760"/>
                </a:lnTo>
                <a:lnTo>
                  <a:pt x="36449" y="262254"/>
                </a:lnTo>
                <a:lnTo>
                  <a:pt x="39624" y="264413"/>
                </a:lnTo>
                <a:lnTo>
                  <a:pt x="85344" y="274319"/>
                </a:lnTo>
                <a:lnTo>
                  <a:pt x="91948" y="274319"/>
                </a:lnTo>
                <a:lnTo>
                  <a:pt x="105028" y="273050"/>
                </a:lnTo>
                <a:lnTo>
                  <a:pt x="110998" y="271779"/>
                </a:lnTo>
                <a:lnTo>
                  <a:pt x="117348" y="269875"/>
                </a:lnTo>
                <a:lnTo>
                  <a:pt x="123698" y="268224"/>
                </a:lnTo>
                <a:lnTo>
                  <a:pt x="129666" y="266064"/>
                </a:lnTo>
                <a:lnTo>
                  <a:pt x="135762" y="263143"/>
                </a:lnTo>
                <a:lnTo>
                  <a:pt x="141477" y="260603"/>
                </a:lnTo>
                <a:lnTo>
                  <a:pt x="147192" y="257428"/>
                </a:lnTo>
                <a:lnTo>
                  <a:pt x="152273" y="254000"/>
                </a:lnTo>
                <a:lnTo>
                  <a:pt x="157352" y="250443"/>
                </a:lnTo>
                <a:lnTo>
                  <a:pt x="159984" y="248285"/>
                </a:lnTo>
                <a:lnTo>
                  <a:pt x="82169" y="248285"/>
                </a:lnTo>
                <a:lnTo>
                  <a:pt x="76073" y="247650"/>
                </a:lnTo>
                <a:lnTo>
                  <a:pt x="42163" y="230124"/>
                </a:lnTo>
                <a:lnTo>
                  <a:pt x="29463" y="196723"/>
                </a:lnTo>
                <a:lnTo>
                  <a:pt x="29878" y="189737"/>
                </a:lnTo>
                <a:lnTo>
                  <a:pt x="30099" y="187198"/>
                </a:lnTo>
                <a:lnTo>
                  <a:pt x="30734" y="184023"/>
                </a:lnTo>
                <a:lnTo>
                  <a:pt x="31750" y="181228"/>
                </a:lnTo>
                <a:lnTo>
                  <a:pt x="32638" y="178307"/>
                </a:lnTo>
                <a:lnTo>
                  <a:pt x="33909" y="175132"/>
                </a:lnTo>
                <a:lnTo>
                  <a:pt x="35560" y="172592"/>
                </a:lnTo>
                <a:lnTo>
                  <a:pt x="37084" y="169799"/>
                </a:lnTo>
                <a:lnTo>
                  <a:pt x="38988" y="167512"/>
                </a:lnTo>
                <a:lnTo>
                  <a:pt x="40894" y="164973"/>
                </a:lnTo>
                <a:lnTo>
                  <a:pt x="43434" y="162432"/>
                </a:lnTo>
                <a:lnTo>
                  <a:pt x="83692" y="142366"/>
                </a:lnTo>
                <a:lnTo>
                  <a:pt x="122427" y="138302"/>
                </a:lnTo>
                <a:lnTo>
                  <a:pt x="203962" y="138302"/>
                </a:lnTo>
                <a:lnTo>
                  <a:pt x="203962" y="83565"/>
                </a:lnTo>
                <a:lnTo>
                  <a:pt x="203581" y="79121"/>
                </a:lnTo>
                <a:lnTo>
                  <a:pt x="203326" y="74040"/>
                </a:lnTo>
                <a:lnTo>
                  <a:pt x="202311" y="69596"/>
                </a:lnTo>
                <a:lnTo>
                  <a:pt x="195072" y="44830"/>
                </a:lnTo>
                <a:lnTo>
                  <a:pt x="193166" y="41021"/>
                </a:lnTo>
                <a:lnTo>
                  <a:pt x="190881" y="37464"/>
                </a:lnTo>
                <a:lnTo>
                  <a:pt x="186182" y="31114"/>
                </a:lnTo>
                <a:lnTo>
                  <a:pt x="183641" y="27939"/>
                </a:lnTo>
                <a:lnTo>
                  <a:pt x="180466" y="24764"/>
                </a:lnTo>
                <a:lnTo>
                  <a:pt x="180174" y="24511"/>
                </a:lnTo>
                <a:close/>
              </a:path>
              <a:path w="212089" h="274319">
                <a:moveTo>
                  <a:pt x="204636" y="232410"/>
                </a:moveTo>
                <a:lnTo>
                  <a:pt x="175006" y="232410"/>
                </a:lnTo>
                <a:lnTo>
                  <a:pt x="175640" y="244093"/>
                </a:lnTo>
                <a:lnTo>
                  <a:pt x="176911" y="254000"/>
                </a:lnTo>
                <a:lnTo>
                  <a:pt x="178562" y="262509"/>
                </a:lnTo>
                <a:lnTo>
                  <a:pt x="180466" y="269493"/>
                </a:lnTo>
                <a:lnTo>
                  <a:pt x="211836" y="269493"/>
                </a:lnTo>
                <a:lnTo>
                  <a:pt x="211836" y="266700"/>
                </a:lnTo>
                <a:lnTo>
                  <a:pt x="209676" y="261238"/>
                </a:lnTo>
                <a:lnTo>
                  <a:pt x="208025" y="255524"/>
                </a:lnTo>
                <a:lnTo>
                  <a:pt x="206756" y="249809"/>
                </a:lnTo>
                <a:lnTo>
                  <a:pt x="204850" y="235203"/>
                </a:lnTo>
                <a:lnTo>
                  <a:pt x="204636" y="232410"/>
                </a:lnTo>
                <a:close/>
              </a:path>
              <a:path w="212089" h="274319">
                <a:moveTo>
                  <a:pt x="203962" y="138302"/>
                </a:moveTo>
                <a:lnTo>
                  <a:pt x="174371" y="138302"/>
                </a:lnTo>
                <a:lnTo>
                  <a:pt x="174258" y="196723"/>
                </a:lnTo>
                <a:lnTo>
                  <a:pt x="171831" y="202184"/>
                </a:lnTo>
                <a:lnTo>
                  <a:pt x="168656" y="207899"/>
                </a:lnTo>
                <a:lnTo>
                  <a:pt x="164846" y="212598"/>
                </a:lnTo>
                <a:lnTo>
                  <a:pt x="161036" y="217677"/>
                </a:lnTo>
                <a:lnTo>
                  <a:pt x="129032" y="240284"/>
                </a:lnTo>
                <a:lnTo>
                  <a:pt x="122682" y="243204"/>
                </a:lnTo>
                <a:lnTo>
                  <a:pt x="116332" y="245110"/>
                </a:lnTo>
                <a:lnTo>
                  <a:pt x="109727" y="246379"/>
                </a:lnTo>
                <a:lnTo>
                  <a:pt x="102742" y="247650"/>
                </a:lnTo>
                <a:lnTo>
                  <a:pt x="95758" y="248285"/>
                </a:lnTo>
                <a:lnTo>
                  <a:pt x="159984" y="248285"/>
                </a:lnTo>
                <a:lnTo>
                  <a:pt x="162306" y="246379"/>
                </a:lnTo>
                <a:lnTo>
                  <a:pt x="166497" y="241935"/>
                </a:lnTo>
                <a:lnTo>
                  <a:pt x="170941" y="237489"/>
                </a:lnTo>
                <a:lnTo>
                  <a:pt x="175006" y="232410"/>
                </a:lnTo>
                <a:lnTo>
                  <a:pt x="204636" y="232410"/>
                </a:lnTo>
                <a:lnTo>
                  <a:pt x="204215" y="226949"/>
                </a:lnTo>
                <a:lnTo>
                  <a:pt x="204066" y="221868"/>
                </a:lnTo>
                <a:lnTo>
                  <a:pt x="203962" y="138302"/>
                </a:lnTo>
                <a:close/>
              </a:path>
              <a:path w="212089" h="274319">
                <a:moveTo>
                  <a:pt x="107823" y="0"/>
                </a:moveTo>
                <a:lnTo>
                  <a:pt x="68199" y="5714"/>
                </a:lnTo>
                <a:lnTo>
                  <a:pt x="64008" y="7365"/>
                </a:lnTo>
                <a:lnTo>
                  <a:pt x="59562" y="8889"/>
                </a:lnTo>
                <a:lnTo>
                  <a:pt x="55117" y="10794"/>
                </a:lnTo>
                <a:lnTo>
                  <a:pt x="51053" y="12700"/>
                </a:lnTo>
                <a:lnTo>
                  <a:pt x="46989" y="15239"/>
                </a:lnTo>
                <a:lnTo>
                  <a:pt x="43434" y="17525"/>
                </a:lnTo>
                <a:lnTo>
                  <a:pt x="39370" y="20065"/>
                </a:lnTo>
                <a:lnTo>
                  <a:pt x="35813" y="23240"/>
                </a:lnTo>
                <a:lnTo>
                  <a:pt x="28828" y="28955"/>
                </a:lnTo>
                <a:lnTo>
                  <a:pt x="25653" y="32130"/>
                </a:lnTo>
                <a:lnTo>
                  <a:pt x="22860" y="35305"/>
                </a:lnTo>
                <a:lnTo>
                  <a:pt x="19938" y="38480"/>
                </a:lnTo>
                <a:lnTo>
                  <a:pt x="17779" y="41275"/>
                </a:lnTo>
                <a:lnTo>
                  <a:pt x="15875" y="44830"/>
                </a:lnTo>
                <a:lnTo>
                  <a:pt x="13970" y="48260"/>
                </a:lnTo>
                <a:lnTo>
                  <a:pt x="12064" y="51815"/>
                </a:lnTo>
                <a:lnTo>
                  <a:pt x="6603" y="77850"/>
                </a:lnTo>
                <a:lnTo>
                  <a:pt x="35813" y="78231"/>
                </a:lnTo>
                <a:lnTo>
                  <a:pt x="36195" y="72771"/>
                </a:lnTo>
                <a:lnTo>
                  <a:pt x="37084" y="67437"/>
                </a:lnTo>
                <a:lnTo>
                  <a:pt x="60833" y="36829"/>
                </a:lnTo>
                <a:lnTo>
                  <a:pt x="98933" y="24764"/>
                </a:lnTo>
                <a:lnTo>
                  <a:pt x="106172" y="24511"/>
                </a:lnTo>
                <a:lnTo>
                  <a:pt x="180174" y="24511"/>
                </a:lnTo>
                <a:lnTo>
                  <a:pt x="177546" y="22225"/>
                </a:lnTo>
                <a:lnTo>
                  <a:pt x="174116" y="19430"/>
                </a:lnTo>
                <a:lnTo>
                  <a:pt x="170941" y="16890"/>
                </a:lnTo>
                <a:lnTo>
                  <a:pt x="163575" y="12446"/>
                </a:lnTo>
                <a:lnTo>
                  <a:pt x="159512" y="10540"/>
                </a:lnTo>
                <a:lnTo>
                  <a:pt x="155701" y="8636"/>
                </a:lnTo>
                <a:lnTo>
                  <a:pt x="118237" y="380"/>
                </a:lnTo>
                <a:lnTo>
                  <a:pt x="10782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96867" y="2340101"/>
            <a:ext cx="386080" cy="407670"/>
          </a:xfrm>
          <a:custGeom>
            <a:avLst/>
            <a:gdLst/>
            <a:ahLst/>
            <a:cxnLst/>
            <a:rect l="l" t="t" r="r" b="b"/>
            <a:pathLst>
              <a:path w="386079" h="407669">
                <a:moveTo>
                  <a:pt x="337566" y="269240"/>
                </a:moveTo>
                <a:lnTo>
                  <a:pt x="309245" y="269240"/>
                </a:lnTo>
                <a:lnTo>
                  <a:pt x="309245" y="331470"/>
                </a:lnTo>
                <a:lnTo>
                  <a:pt x="308610" y="336550"/>
                </a:lnTo>
                <a:lnTo>
                  <a:pt x="296799" y="368300"/>
                </a:lnTo>
                <a:lnTo>
                  <a:pt x="294640" y="370840"/>
                </a:lnTo>
                <a:lnTo>
                  <a:pt x="292100" y="373380"/>
                </a:lnTo>
                <a:lnTo>
                  <a:pt x="289179" y="374650"/>
                </a:lnTo>
                <a:lnTo>
                  <a:pt x="286258" y="377190"/>
                </a:lnTo>
                <a:lnTo>
                  <a:pt x="282829" y="378460"/>
                </a:lnTo>
                <a:lnTo>
                  <a:pt x="279654" y="378460"/>
                </a:lnTo>
                <a:lnTo>
                  <a:pt x="275844" y="379730"/>
                </a:lnTo>
                <a:lnTo>
                  <a:pt x="14351" y="379730"/>
                </a:lnTo>
                <a:lnTo>
                  <a:pt x="11430" y="381000"/>
                </a:lnTo>
                <a:lnTo>
                  <a:pt x="8890" y="381000"/>
                </a:lnTo>
                <a:lnTo>
                  <a:pt x="6350" y="382270"/>
                </a:lnTo>
                <a:lnTo>
                  <a:pt x="4445" y="384810"/>
                </a:lnTo>
                <a:lnTo>
                  <a:pt x="2921" y="386080"/>
                </a:lnTo>
                <a:lnTo>
                  <a:pt x="381" y="391160"/>
                </a:lnTo>
                <a:lnTo>
                  <a:pt x="0" y="393700"/>
                </a:lnTo>
                <a:lnTo>
                  <a:pt x="381" y="397510"/>
                </a:lnTo>
                <a:lnTo>
                  <a:pt x="1651" y="400050"/>
                </a:lnTo>
                <a:lnTo>
                  <a:pt x="4445" y="403860"/>
                </a:lnTo>
                <a:lnTo>
                  <a:pt x="6350" y="406400"/>
                </a:lnTo>
                <a:lnTo>
                  <a:pt x="8890" y="407670"/>
                </a:lnTo>
                <a:lnTo>
                  <a:pt x="314579" y="407670"/>
                </a:lnTo>
                <a:lnTo>
                  <a:pt x="318770" y="406400"/>
                </a:lnTo>
                <a:lnTo>
                  <a:pt x="322580" y="406400"/>
                </a:lnTo>
                <a:lnTo>
                  <a:pt x="326771" y="405130"/>
                </a:lnTo>
                <a:lnTo>
                  <a:pt x="330581" y="402590"/>
                </a:lnTo>
                <a:lnTo>
                  <a:pt x="334391" y="401320"/>
                </a:lnTo>
                <a:lnTo>
                  <a:pt x="341630" y="398780"/>
                </a:lnTo>
                <a:lnTo>
                  <a:pt x="348615" y="393700"/>
                </a:lnTo>
                <a:lnTo>
                  <a:pt x="355092" y="389890"/>
                </a:lnTo>
                <a:lnTo>
                  <a:pt x="361061" y="383540"/>
                </a:lnTo>
                <a:lnTo>
                  <a:pt x="366522" y="377190"/>
                </a:lnTo>
                <a:lnTo>
                  <a:pt x="368401" y="374650"/>
                </a:lnTo>
                <a:lnTo>
                  <a:pt x="327406" y="374650"/>
                </a:lnTo>
                <a:lnTo>
                  <a:pt x="329565" y="368300"/>
                </a:lnTo>
                <a:lnTo>
                  <a:pt x="337450" y="332740"/>
                </a:lnTo>
                <a:lnTo>
                  <a:pt x="337566" y="269240"/>
                </a:lnTo>
                <a:close/>
              </a:path>
              <a:path w="386079" h="407669">
                <a:moveTo>
                  <a:pt x="242062" y="0"/>
                </a:moveTo>
                <a:lnTo>
                  <a:pt x="213741" y="0"/>
                </a:lnTo>
                <a:lnTo>
                  <a:pt x="202311" y="2540"/>
                </a:lnTo>
                <a:lnTo>
                  <a:pt x="169291" y="29210"/>
                </a:lnTo>
                <a:lnTo>
                  <a:pt x="162560" y="55880"/>
                </a:lnTo>
                <a:lnTo>
                  <a:pt x="162560" y="144780"/>
                </a:lnTo>
                <a:lnTo>
                  <a:pt x="126619" y="144780"/>
                </a:lnTo>
                <a:lnTo>
                  <a:pt x="120523" y="146050"/>
                </a:lnTo>
                <a:lnTo>
                  <a:pt x="115189" y="146050"/>
                </a:lnTo>
                <a:lnTo>
                  <a:pt x="109728" y="147320"/>
                </a:lnTo>
                <a:lnTo>
                  <a:pt x="76708" y="175260"/>
                </a:lnTo>
                <a:lnTo>
                  <a:pt x="69977" y="195580"/>
                </a:lnTo>
                <a:lnTo>
                  <a:pt x="69977" y="323850"/>
                </a:lnTo>
                <a:lnTo>
                  <a:pt x="69723" y="330200"/>
                </a:lnTo>
                <a:lnTo>
                  <a:pt x="68707" y="336550"/>
                </a:lnTo>
                <a:lnTo>
                  <a:pt x="67437" y="341630"/>
                </a:lnTo>
                <a:lnTo>
                  <a:pt x="60452" y="355600"/>
                </a:lnTo>
                <a:lnTo>
                  <a:pt x="56896" y="359410"/>
                </a:lnTo>
                <a:lnTo>
                  <a:pt x="53721" y="363220"/>
                </a:lnTo>
                <a:lnTo>
                  <a:pt x="20066" y="379730"/>
                </a:lnTo>
                <a:lnTo>
                  <a:pt x="76962" y="379730"/>
                </a:lnTo>
                <a:lnTo>
                  <a:pt x="96774" y="340360"/>
                </a:lnTo>
                <a:lnTo>
                  <a:pt x="98298" y="323850"/>
                </a:lnTo>
                <a:lnTo>
                  <a:pt x="98298" y="269240"/>
                </a:lnTo>
                <a:lnTo>
                  <a:pt x="385572" y="269240"/>
                </a:lnTo>
                <a:lnTo>
                  <a:pt x="385572" y="241300"/>
                </a:lnTo>
                <a:lnTo>
                  <a:pt x="98298" y="241300"/>
                </a:lnTo>
                <a:lnTo>
                  <a:pt x="98298" y="199390"/>
                </a:lnTo>
                <a:lnTo>
                  <a:pt x="98679" y="195580"/>
                </a:lnTo>
                <a:lnTo>
                  <a:pt x="99314" y="193040"/>
                </a:lnTo>
                <a:lnTo>
                  <a:pt x="103124" y="185420"/>
                </a:lnTo>
                <a:lnTo>
                  <a:pt x="104648" y="184150"/>
                </a:lnTo>
                <a:lnTo>
                  <a:pt x="106299" y="181610"/>
                </a:lnTo>
                <a:lnTo>
                  <a:pt x="108839" y="180340"/>
                </a:lnTo>
                <a:lnTo>
                  <a:pt x="110744" y="177800"/>
                </a:lnTo>
                <a:lnTo>
                  <a:pt x="112903" y="176530"/>
                </a:lnTo>
                <a:lnTo>
                  <a:pt x="115824" y="175260"/>
                </a:lnTo>
                <a:lnTo>
                  <a:pt x="117983" y="175260"/>
                </a:lnTo>
                <a:lnTo>
                  <a:pt x="120523" y="173990"/>
                </a:lnTo>
                <a:lnTo>
                  <a:pt x="190881" y="173990"/>
                </a:lnTo>
                <a:lnTo>
                  <a:pt x="190881" y="53340"/>
                </a:lnTo>
                <a:lnTo>
                  <a:pt x="191770" y="50800"/>
                </a:lnTo>
                <a:lnTo>
                  <a:pt x="199517" y="36830"/>
                </a:lnTo>
                <a:lnTo>
                  <a:pt x="201422" y="34290"/>
                </a:lnTo>
                <a:lnTo>
                  <a:pt x="203327" y="33020"/>
                </a:lnTo>
                <a:lnTo>
                  <a:pt x="210947" y="29210"/>
                </a:lnTo>
                <a:lnTo>
                  <a:pt x="213741" y="29210"/>
                </a:lnTo>
                <a:lnTo>
                  <a:pt x="216281" y="27940"/>
                </a:lnTo>
                <a:lnTo>
                  <a:pt x="285369" y="27940"/>
                </a:lnTo>
                <a:lnTo>
                  <a:pt x="283464" y="24130"/>
                </a:lnTo>
                <a:lnTo>
                  <a:pt x="258318" y="3810"/>
                </a:lnTo>
                <a:lnTo>
                  <a:pt x="242062" y="0"/>
                </a:lnTo>
                <a:close/>
              </a:path>
              <a:path w="386079" h="407669">
                <a:moveTo>
                  <a:pt x="146050" y="269240"/>
                </a:moveTo>
                <a:lnTo>
                  <a:pt x="117729" y="269240"/>
                </a:lnTo>
                <a:lnTo>
                  <a:pt x="117729" y="331470"/>
                </a:lnTo>
                <a:lnTo>
                  <a:pt x="117094" y="336550"/>
                </a:lnTo>
                <a:lnTo>
                  <a:pt x="116459" y="342900"/>
                </a:lnTo>
                <a:lnTo>
                  <a:pt x="115189" y="347980"/>
                </a:lnTo>
                <a:lnTo>
                  <a:pt x="113537" y="353060"/>
                </a:lnTo>
                <a:lnTo>
                  <a:pt x="112014" y="358140"/>
                </a:lnTo>
                <a:lnTo>
                  <a:pt x="90932" y="378460"/>
                </a:lnTo>
                <a:lnTo>
                  <a:pt x="87122" y="379730"/>
                </a:lnTo>
                <a:lnTo>
                  <a:pt x="132334" y="379730"/>
                </a:lnTo>
                <a:lnTo>
                  <a:pt x="135509" y="374650"/>
                </a:lnTo>
                <a:lnTo>
                  <a:pt x="138430" y="368300"/>
                </a:lnTo>
                <a:lnTo>
                  <a:pt x="140589" y="361950"/>
                </a:lnTo>
                <a:lnTo>
                  <a:pt x="142875" y="355600"/>
                </a:lnTo>
                <a:lnTo>
                  <a:pt x="145415" y="340360"/>
                </a:lnTo>
                <a:lnTo>
                  <a:pt x="146050" y="332740"/>
                </a:lnTo>
                <a:lnTo>
                  <a:pt x="146050" y="269240"/>
                </a:lnTo>
                <a:close/>
              </a:path>
              <a:path w="386079" h="407669">
                <a:moveTo>
                  <a:pt x="194056" y="269240"/>
                </a:moveTo>
                <a:lnTo>
                  <a:pt x="165735" y="269240"/>
                </a:lnTo>
                <a:lnTo>
                  <a:pt x="165735" y="331470"/>
                </a:lnTo>
                <a:lnTo>
                  <a:pt x="165100" y="336550"/>
                </a:lnTo>
                <a:lnTo>
                  <a:pt x="164465" y="342900"/>
                </a:lnTo>
                <a:lnTo>
                  <a:pt x="162941" y="347980"/>
                </a:lnTo>
                <a:lnTo>
                  <a:pt x="161671" y="353060"/>
                </a:lnTo>
                <a:lnTo>
                  <a:pt x="145669" y="374650"/>
                </a:lnTo>
                <a:lnTo>
                  <a:pt x="142875" y="377190"/>
                </a:lnTo>
                <a:lnTo>
                  <a:pt x="139319" y="378460"/>
                </a:lnTo>
                <a:lnTo>
                  <a:pt x="136144" y="378460"/>
                </a:lnTo>
                <a:lnTo>
                  <a:pt x="132334" y="379730"/>
                </a:lnTo>
                <a:lnTo>
                  <a:pt x="180340" y="379730"/>
                </a:lnTo>
                <a:lnTo>
                  <a:pt x="183261" y="374650"/>
                </a:lnTo>
                <a:lnTo>
                  <a:pt x="193802" y="332740"/>
                </a:lnTo>
                <a:lnTo>
                  <a:pt x="194056" y="323850"/>
                </a:lnTo>
                <a:lnTo>
                  <a:pt x="194056" y="269240"/>
                </a:lnTo>
                <a:close/>
              </a:path>
              <a:path w="386079" h="407669">
                <a:moveTo>
                  <a:pt x="242062" y="269240"/>
                </a:moveTo>
                <a:lnTo>
                  <a:pt x="213741" y="269240"/>
                </a:lnTo>
                <a:lnTo>
                  <a:pt x="213741" y="323850"/>
                </a:lnTo>
                <a:lnTo>
                  <a:pt x="213487" y="331470"/>
                </a:lnTo>
                <a:lnTo>
                  <a:pt x="213106" y="336550"/>
                </a:lnTo>
                <a:lnTo>
                  <a:pt x="211836" y="342900"/>
                </a:lnTo>
                <a:lnTo>
                  <a:pt x="210947" y="347980"/>
                </a:lnTo>
                <a:lnTo>
                  <a:pt x="193421" y="374650"/>
                </a:lnTo>
                <a:lnTo>
                  <a:pt x="190246" y="377190"/>
                </a:lnTo>
                <a:lnTo>
                  <a:pt x="187325" y="378460"/>
                </a:lnTo>
                <a:lnTo>
                  <a:pt x="183515" y="378460"/>
                </a:lnTo>
                <a:lnTo>
                  <a:pt x="180340" y="379730"/>
                </a:lnTo>
                <a:lnTo>
                  <a:pt x="228092" y="379730"/>
                </a:lnTo>
                <a:lnTo>
                  <a:pt x="231267" y="374650"/>
                </a:lnTo>
                <a:lnTo>
                  <a:pt x="241808" y="332740"/>
                </a:lnTo>
                <a:lnTo>
                  <a:pt x="242062" y="323850"/>
                </a:lnTo>
                <a:lnTo>
                  <a:pt x="242062" y="269240"/>
                </a:lnTo>
                <a:close/>
              </a:path>
              <a:path w="386079" h="407669">
                <a:moveTo>
                  <a:pt x="289814" y="269240"/>
                </a:moveTo>
                <a:lnTo>
                  <a:pt x="261493" y="269240"/>
                </a:lnTo>
                <a:lnTo>
                  <a:pt x="261493" y="323850"/>
                </a:lnTo>
                <a:lnTo>
                  <a:pt x="261239" y="331470"/>
                </a:lnTo>
                <a:lnTo>
                  <a:pt x="253492" y="361950"/>
                </a:lnTo>
                <a:lnTo>
                  <a:pt x="251333" y="365760"/>
                </a:lnTo>
                <a:lnTo>
                  <a:pt x="249047" y="368300"/>
                </a:lnTo>
                <a:lnTo>
                  <a:pt x="243967" y="373380"/>
                </a:lnTo>
                <a:lnTo>
                  <a:pt x="241427" y="374650"/>
                </a:lnTo>
                <a:lnTo>
                  <a:pt x="238252" y="377190"/>
                </a:lnTo>
                <a:lnTo>
                  <a:pt x="235458" y="378460"/>
                </a:lnTo>
                <a:lnTo>
                  <a:pt x="231648" y="378460"/>
                </a:lnTo>
                <a:lnTo>
                  <a:pt x="228092" y="379730"/>
                </a:lnTo>
                <a:lnTo>
                  <a:pt x="275844" y="379730"/>
                </a:lnTo>
                <a:lnTo>
                  <a:pt x="279273" y="374650"/>
                </a:lnTo>
                <a:lnTo>
                  <a:pt x="289560" y="332740"/>
                </a:lnTo>
                <a:lnTo>
                  <a:pt x="289814" y="323850"/>
                </a:lnTo>
                <a:lnTo>
                  <a:pt x="289814" y="269240"/>
                </a:lnTo>
                <a:close/>
              </a:path>
              <a:path w="386079" h="407669">
                <a:moveTo>
                  <a:pt x="385572" y="269240"/>
                </a:moveTo>
                <a:lnTo>
                  <a:pt x="357251" y="269240"/>
                </a:lnTo>
                <a:lnTo>
                  <a:pt x="357166" y="330200"/>
                </a:lnTo>
                <a:lnTo>
                  <a:pt x="356997" y="332740"/>
                </a:lnTo>
                <a:lnTo>
                  <a:pt x="355981" y="336550"/>
                </a:lnTo>
                <a:lnTo>
                  <a:pt x="355346" y="340360"/>
                </a:lnTo>
                <a:lnTo>
                  <a:pt x="354076" y="344170"/>
                </a:lnTo>
                <a:lnTo>
                  <a:pt x="352425" y="346710"/>
                </a:lnTo>
                <a:lnTo>
                  <a:pt x="350901" y="350520"/>
                </a:lnTo>
                <a:lnTo>
                  <a:pt x="347091" y="356870"/>
                </a:lnTo>
                <a:lnTo>
                  <a:pt x="344551" y="359410"/>
                </a:lnTo>
                <a:lnTo>
                  <a:pt x="342011" y="363220"/>
                </a:lnTo>
                <a:lnTo>
                  <a:pt x="339725" y="365760"/>
                </a:lnTo>
                <a:lnTo>
                  <a:pt x="336550" y="368300"/>
                </a:lnTo>
                <a:lnTo>
                  <a:pt x="333756" y="369570"/>
                </a:lnTo>
                <a:lnTo>
                  <a:pt x="327406" y="374650"/>
                </a:lnTo>
                <a:lnTo>
                  <a:pt x="368401" y="374650"/>
                </a:lnTo>
                <a:lnTo>
                  <a:pt x="371221" y="370840"/>
                </a:lnTo>
                <a:lnTo>
                  <a:pt x="385191" y="332740"/>
                </a:lnTo>
                <a:lnTo>
                  <a:pt x="385445" y="330200"/>
                </a:lnTo>
                <a:lnTo>
                  <a:pt x="385572" y="269240"/>
                </a:lnTo>
                <a:close/>
              </a:path>
              <a:path w="386079" h="407669">
                <a:moveTo>
                  <a:pt x="285369" y="27940"/>
                </a:moveTo>
                <a:lnTo>
                  <a:pt x="239268" y="27940"/>
                </a:lnTo>
                <a:lnTo>
                  <a:pt x="242062" y="29210"/>
                </a:lnTo>
                <a:lnTo>
                  <a:pt x="244602" y="29210"/>
                </a:lnTo>
                <a:lnTo>
                  <a:pt x="249682" y="31750"/>
                </a:lnTo>
                <a:lnTo>
                  <a:pt x="251968" y="33020"/>
                </a:lnTo>
                <a:lnTo>
                  <a:pt x="254127" y="34290"/>
                </a:lnTo>
                <a:lnTo>
                  <a:pt x="256412" y="36830"/>
                </a:lnTo>
                <a:lnTo>
                  <a:pt x="258064" y="38100"/>
                </a:lnTo>
                <a:lnTo>
                  <a:pt x="259587" y="40640"/>
                </a:lnTo>
                <a:lnTo>
                  <a:pt x="261239" y="43180"/>
                </a:lnTo>
                <a:lnTo>
                  <a:pt x="262509" y="45720"/>
                </a:lnTo>
                <a:lnTo>
                  <a:pt x="263398" y="48260"/>
                </a:lnTo>
                <a:lnTo>
                  <a:pt x="264033" y="50800"/>
                </a:lnTo>
                <a:lnTo>
                  <a:pt x="264414" y="53340"/>
                </a:lnTo>
                <a:lnTo>
                  <a:pt x="264668" y="55880"/>
                </a:lnTo>
                <a:lnTo>
                  <a:pt x="264668" y="173990"/>
                </a:lnTo>
                <a:lnTo>
                  <a:pt x="334645" y="173990"/>
                </a:lnTo>
                <a:lnTo>
                  <a:pt x="337185" y="175260"/>
                </a:lnTo>
                <a:lnTo>
                  <a:pt x="340106" y="175260"/>
                </a:lnTo>
                <a:lnTo>
                  <a:pt x="342646" y="176530"/>
                </a:lnTo>
                <a:lnTo>
                  <a:pt x="344805" y="177800"/>
                </a:lnTo>
                <a:lnTo>
                  <a:pt x="347091" y="180340"/>
                </a:lnTo>
                <a:lnTo>
                  <a:pt x="348996" y="181610"/>
                </a:lnTo>
                <a:lnTo>
                  <a:pt x="350901" y="184150"/>
                </a:lnTo>
                <a:lnTo>
                  <a:pt x="352425" y="185420"/>
                </a:lnTo>
                <a:lnTo>
                  <a:pt x="354076" y="187960"/>
                </a:lnTo>
                <a:lnTo>
                  <a:pt x="355092" y="190500"/>
                </a:lnTo>
                <a:lnTo>
                  <a:pt x="355981" y="193040"/>
                </a:lnTo>
                <a:lnTo>
                  <a:pt x="356616" y="195580"/>
                </a:lnTo>
                <a:lnTo>
                  <a:pt x="357251" y="199390"/>
                </a:lnTo>
                <a:lnTo>
                  <a:pt x="357251" y="241300"/>
                </a:lnTo>
                <a:lnTo>
                  <a:pt x="385572" y="241300"/>
                </a:lnTo>
                <a:lnTo>
                  <a:pt x="385572" y="201930"/>
                </a:lnTo>
                <a:lnTo>
                  <a:pt x="385191" y="195580"/>
                </a:lnTo>
                <a:lnTo>
                  <a:pt x="372491" y="166370"/>
                </a:lnTo>
                <a:lnTo>
                  <a:pt x="369062" y="162560"/>
                </a:lnTo>
                <a:lnTo>
                  <a:pt x="364871" y="158750"/>
                </a:lnTo>
                <a:lnTo>
                  <a:pt x="355981" y="152400"/>
                </a:lnTo>
                <a:lnTo>
                  <a:pt x="345821" y="147320"/>
                </a:lnTo>
                <a:lnTo>
                  <a:pt x="340360" y="146050"/>
                </a:lnTo>
                <a:lnTo>
                  <a:pt x="335026" y="146050"/>
                </a:lnTo>
                <a:lnTo>
                  <a:pt x="328930" y="144780"/>
                </a:lnTo>
                <a:lnTo>
                  <a:pt x="292989" y="144780"/>
                </a:lnTo>
                <a:lnTo>
                  <a:pt x="292862" y="53340"/>
                </a:lnTo>
                <a:lnTo>
                  <a:pt x="292735" y="50800"/>
                </a:lnTo>
                <a:lnTo>
                  <a:pt x="291719" y="44450"/>
                </a:lnTo>
                <a:lnTo>
                  <a:pt x="290449" y="39370"/>
                </a:lnTo>
                <a:lnTo>
                  <a:pt x="288163" y="34290"/>
                </a:lnTo>
                <a:lnTo>
                  <a:pt x="286004" y="29210"/>
                </a:lnTo>
                <a:lnTo>
                  <a:pt x="285369" y="2794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10230" y="240030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14477" y="0"/>
                </a:moveTo>
                <a:lnTo>
                  <a:pt x="0" y="14477"/>
                </a:lnTo>
                <a:lnTo>
                  <a:pt x="381" y="17399"/>
                </a:lnTo>
                <a:lnTo>
                  <a:pt x="14477" y="28955"/>
                </a:lnTo>
                <a:lnTo>
                  <a:pt x="17399" y="28575"/>
                </a:lnTo>
                <a:lnTo>
                  <a:pt x="28956" y="17399"/>
                </a:lnTo>
                <a:lnTo>
                  <a:pt x="28956" y="11302"/>
                </a:lnTo>
                <a:lnTo>
                  <a:pt x="14477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3857" y="2339339"/>
            <a:ext cx="147955" cy="411480"/>
          </a:xfrm>
          <a:custGeom>
            <a:avLst/>
            <a:gdLst/>
            <a:ahLst/>
            <a:cxnLst/>
            <a:rect l="l" t="t" r="r" b="b"/>
            <a:pathLst>
              <a:path w="147954" h="411480">
                <a:moveTo>
                  <a:pt x="147828" y="383286"/>
                </a:moveTo>
                <a:lnTo>
                  <a:pt x="0" y="383286"/>
                </a:lnTo>
                <a:lnTo>
                  <a:pt x="0" y="411480"/>
                </a:lnTo>
                <a:lnTo>
                  <a:pt x="38608" y="411480"/>
                </a:lnTo>
                <a:lnTo>
                  <a:pt x="43688" y="411225"/>
                </a:lnTo>
                <a:lnTo>
                  <a:pt x="73787" y="396621"/>
                </a:lnTo>
                <a:lnTo>
                  <a:pt x="147828" y="396621"/>
                </a:lnTo>
                <a:lnTo>
                  <a:pt x="147828" y="383286"/>
                </a:lnTo>
                <a:close/>
              </a:path>
              <a:path w="147954" h="411480">
                <a:moveTo>
                  <a:pt x="147828" y="396621"/>
                </a:moveTo>
                <a:lnTo>
                  <a:pt x="73787" y="396621"/>
                </a:lnTo>
                <a:lnTo>
                  <a:pt x="77597" y="399796"/>
                </a:lnTo>
                <a:lnTo>
                  <a:pt x="108839" y="411480"/>
                </a:lnTo>
                <a:lnTo>
                  <a:pt x="147828" y="411480"/>
                </a:lnTo>
                <a:lnTo>
                  <a:pt x="147828" y="396621"/>
                </a:lnTo>
                <a:close/>
              </a:path>
              <a:path w="147954" h="411480">
                <a:moveTo>
                  <a:pt x="106934" y="28194"/>
                </a:moveTo>
                <a:lnTo>
                  <a:pt x="40894" y="28194"/>
                </a:lnTo>
                <a:lnTo>
                  <a:pt x="43053" y="28448"/>
                </a:lnTo>
                <a:lnTo>
                  <a:pt x="44958" y="29083"/>
                </a:lnTo>
                <a:lnTo>
                  <a:pt x="47117" y="29718"/>
                </a:lnTo>
                <a:lnTo>
                  <a:pt x="48768" y="30734"/>
                </a:lnTo>
                <a:lnTo>
                  <a:pt x="50292" y="31623"/>
                </a:lnTo>
                <a:lnTo>
                  <a:pt x="53848" y="34544"/>
                </a:lnTo>
                <a:lnTo>
                  <a:pt x="56388" y="37337"/>
                </a:lnTo>
                <a:lnTo>
                  <a:pt x="57277" y="38988"/>
                </a:lnTo>
                <a:lnTo>
                  <a:pt x="57912" y="41148"/>
                </a:lnTo>
                <a:lnTo>
                  <a:pt x="58928" y="43052"/>
                </a:lnTo>
                <a:lnTo>
                  <a:pt x="59182" y="44958"/>
                </a:lnTo>
                <a:lnTo>
                  <a:pt x="59563" y="47244"/>
                </a:lnTo>
                <a:lnTo>
                  <a:pt x="59563" y="364236"/>
                </a:lnTo>
                <a:lnTo>
                  <a:pt x="59182" y="366140"/>
                </a:lnTo>
                <a:lnTo>
                  <a:pt x="58928" y="368426"/>
                </a:lnTo>
                <a:lnTo>
                  <a:pt x="57912" y="370332"/>
                </a:lnTo>
                <a:lnTo>
                  <a:pt x="40894" y="383286"/>
                </a:lnTo>
                <a:lnTo>
                  <a:pt x="106934" y="383286"/>
                </a:lnTo>
                <a:lnTo>
                  <a:pt x="89916" y="370332"/>
                </a:lnTo>
                <a:lnTo>
                  <a:pt x="88900" y="368426"/>
                </a:lnTo>
                <a:lnTo>
                  <a:pt x="88646" y="366140"/>
                </a:lnTo>
                <a:lnTo>
                  <a:pt x="88011" y="364236"/>
                </a:lnTo>
                <a:lnTo>
                  <a:pt x="87630" y="362076"/>
                </a:lnTo>
                <a:lnTo>
                  <a:pt x="87630" y="49402"/>
                </a:lnTo>
                <a:lnTo>
                  <a:pt x="88011" y="47244"/>
                </a:lnTo>
                <a:lnTo>
                  <a:pt x="88646" y="44958"/>
                </a:lnTo>
                <a:lnTo>
                  <a:pt x="88900" y="43052"/>
                </a:lnTo>
                <a:lnTo>
                  <a:pt x="89916" y="41148"/>
                </a:lnTo>
                <a:lnTo>
                  <a:pt x="90551" y="38988"/>
                </a:lnTo>
                <a:lnTo>
                  <a:pt x="91440" y="37337"/>
                </a:lnTo>
                <a:lnTo>
                  <a:pt x="93980" y="34544"/>
                </a:lnTo>
                <a:lnTo>
                  <a:pt x="97536" y="31623"/>
                </a:lnTo>
                <a:lnTo>
                  <a:pt x="99060" y="30734"/>
                </a:lnTo>
                <a:lnTo>
                  <a:pt x="100711" y="29718"/>
                </a:lnTo>
                <a:lnTo>
                  <a:pt x="102870" y="29083"/>
                </a:lnTo>
                <a:lnTo>
                  <a:pt x="104775" y="28448"/>
                </a:lnTo>
                <a:lnTo>
                  <a:pt x="106934" y="28194"/>
                </a:lnTo>
                <a:close/>
              </a:path>
              <a:path w="147954" h="411480">
                <a:moveTo>
                  <a:pt x="38608" y="0"/>
                </a:moveTo>
                <a:lnTo>
                  <a:pt x="0" y="0"/>
                </a:lnTo>
                <a:lnTo>
                  <a:pt x="0" y="28194"/>
                </a:lnTo>
                <a:lnTo>
                  <a:pt x="147828" y="28194"/>
                </a:lnTo>
                <a:lnTo>
                  <a:pt x="147828" y="14859"/>
                </a:lnTo>
                <a:lnTo>
                  <a:pt x="73787" y="14859"/>
                </a:lnTo>
                <a:lnTo>
                  <a:pt x="70231" y="11684"/>
                </a:lnTo>
                <a:lnTo>
                  <a:pt x="66421" y="8509"/>
                </a:lnTo>
                <a:lnTo>
                  <a:pt x="62357" y="5969"/>
                </a:lnTo>
                <a:lnTo>
                  <a:pt x="57912" y="4063"/>
                </a:lnTo>
                <a:lnTo>
                  <a:pt x="53848" y="2159"/>
                </a:lnTo>
                <a:lnTo>
                  <a:pt x="48768" y="888"/>
                </a:lnTo>
                <a:lnTo>
                  <a:pt x="43688" y="254"/>
                </a:lnTo>
                <a:lnTo>
                  <a:pt x="38608" y="0"/>
                </a:lnTo>
                <a:close/>
              </a:path>
              <a:path w="147954" h="411480">
                <a:moveTo>
                  <a:pt x="147828" y="0"/>
                </a:moveTo>
                <a:lnTo>
                  <a:pt x="108839" y="0"/>
                </a:lnTo>
                <a:lnTo>
                  <a:pt x="104140" y="254"/>
                </a:lnTo>
                <a:lnTo>
                  <a:pt x="99060" y="888"/>
                </a:lnTo>
                <a:lnTo>
                  <a:pt x="93980" y="2159"/>
                </a:lnTo>
                <a:lnTo>
                  <a:pt x="89916" y="4063"/>
                </a:lnTo>
                <a:lnTo>
                  <a:pt x="85471" y="5969"/>
                </a:lnTo>
                <a:lnTo>
                  <a:pt x="81026" y="8509"/>
                </a:lnTo>
                <a:lnTo>
                  <a:pt x="77597" y="11684"/>
                </a:lnTo>
                <a:lnTo>
                  <a:pt x="73787" y="14859"/>
                </a:lnTo>
                <a:lnTo>
                  <a:pt x="147828" y="14859"/>
                </a:lnTo>
                <a:lnTo>
                  <a:pt x="14782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367" y="2386583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80">
                <a:moveTo>
                  <a:pt x="58801" y="0"/>
                </a:moveTo>
                <a:lnTo>
                  <a:pt x="47879" y="0"/>
                </a:lnTo>
                <a:lnTo>
                  <a:pt x="42545" y="888"/>
                </a:lnTo>
                <a:lnTo>
                  <a:pt x="37465" y="2158"/>
                </a:lnTo>
                <a:lnTo>
                  <a:pt x="32385" y="3810"/>
                </a:lnTo>
                <a:lnTo>
                  <a:pt x="27686" y="5968"/>
                </a:lnTo>
                <a:lnTo>
                  <a:pt x="23622" y="8889"/>
                </a:lnTo>
                <a:lnTo>
                  <a:pt x="19177" y="11683"/>
                </a:lnTo>
                <a:lnTo>
                  <a:pt x="15748" y="15493"/>
                </a:lnTo>
                <a:lnTo>
                  <a:pt x="12319" y="18923"/>
                </a:lnTo>
                <a:lnTo>
                  <a:pt x="9144" y="23367"/>
                </a:lnTo>
                <a:lnTo>
                  <a:pt x="6350" y="27812"/>
                </a:lnTo>
                <a:lnTo>
                  <a:pt x="4064" y="32130"/>
                </a:lnTo>
                <a:lnTo>
                  <a:pt x="889" y="42671"/>
                </a:lnTo>
                <a:lnTo>
                  <a:pt x="0" y="47625"/>
                </a:lnTo>
                <a:lnTo>
                  <a:pt x="0" y="58674"/>
                </a:lnTo>
                <a:lnTo>
                  <a:pt x="889" y="64007"/>
                </a:lnTo>
                <a:lnTo>
                  <a:pt x="2616" y="69087"/>
                </a:lnTo>
                <a:lnTo>
                  <a:pt x="4064" y="73913"/>
                </a:lnTo>
                <a:lnTo>
                  <a:pt x="6350" y="78612"/>
                </a:lnTo>
                <a:lnTo>
                  <a:pt x="9144" y="82676"/>
                </a:lnTo>
                <a:lnTo>
                  <a:pt x="12319" y="87121"/>
                </a:lnTo>
                <a:lnTo>
                  <a:pt x="15748" y="90550"/>
                </a:lnTo>
                <a:lnTo>
                  <a:pt x="19177" y="94361"/>
                </a:lnTo>
                <a:lnTo>
                  <a:pt x="23622" y="97154"/>
                </a:lnTo>
                <a:lnTo>
                  <a:pt x="27686" y="100075"/>
                </a:lnTo>
                <a:lnTo>
                  <a:pt x="32385" y="102235"/>
                </a:lnTo>
                <a:lnTo>
                  <a:pt x="37465" y="103886"/>
                </a:lnTo>
                <a:lnTo>
                  <a:pt x="42545" y="105155"/>
                </a:lnTo>
                <a:lnTo>
                  <a:pt x="47879" y="106425"/>
                </a:lnTo>
                <a:lnTo>
                  <a:pt x="53212" y="106679"/>
                </a:lnTo>
                <a:lnTo>
                  <a:pt x="58801" y="106425"/>
                </a:lnTo>
                <a:lnTo>
                  <a:pt x="68961" y="103886"/>
                </a:lnTo>
                <a:lnTo>
                  <a:pt x="73914" y="102235"/>
                </a:lnTo>
                <a:lnTo>
                  <a:pt x="78612" y="100075"/>
                </a:lnTo>
                <a:lnTo>
                  <a:pt x="82804" y="97154"/>
                </a:lnTo>
                <a:lnTo>
                  <a:pt x="87122" y="94361"/>
                </a:lnTo>
                <a:lnTo>
                  <a:pt x="90678" y="90550"/>
                </a:lnTo>
                <a:lnTo>
                  <a:pt x="94361" y="87121"/>
                </a:lnTo>
                <a:lnTo>
                  <a:pt x="97282" y="82676"/>
                </a:lnTo>
                <a:lnTo>
                  <a:pt x="100076" y="78612"/>
                </a:lnTo>
                <a:lnTo>
                  <a:pt x="53212" y="78612"/>
                </a:lnTo>
                <a:lnTo>
                  <a:pt x="50673" y="78231"/>
                </a:lnTo>
                <a:lnTo>
                  <a:pt x="30226" y="62864"/>
                </a:lnTo>
                <a:lnTo>
                  <a:pt x="28956" y="60578"/>
                </a:lnTo>
                <a:lnTo>
                  <a:pt x="28321" y="58038"/>
                </a:lnTo>
                <a:lnTo>
                  <a:pt x="28067" y="55499"/>
                </a:lnTo>
                <a:lnTo>
                  <a:pt x="28067" y="50545"/>
                </a:lnTo>
                <a:lnTo>
                  <a:pt x="28321" y="48005"/>
                </a:lnTo>
                <a:lnTo>
                  <a:pt x="28956" y="45465"/>
                </a:lnTo>
                <a:lnTo>
                  <a:pt x="30226" y="43179"/>
                </a:lnTo>
                <a:lnTo>
                  <a:pt x="31115" y="41020"/>
                </a:lnTo>
                <a:lnTo>
                  <a:pt x="32385" y="38862"/>
                </a:lnTo>
                <a:lnTo>
                  <a:pt x="33655" y="36956"/>
                </a:lnTo>
                <a:lnTo>
                  <a:pt x="35306" y="35305"/>
                </a:lnTo>
                <a:lnTo>
                  <a:pt x="37084" y="33400"/>
                </a:lnTo>
                <a:lnTo>
                  <a:pt x="50673" y="28066"/>
                </a:lnTo>
                <a:lnTo>
                  <a:pt x="100203" y="28066"/>
                </a:lnTo>
                <a:lnTo>
                  <a:pt x="100076" y="27812"/>
                </a:lnTo>
                <a:lnTo>
                  <a:pt x="97282" y="23367"/>
                </a:lnTo>
                <a:lnTo>
                  <a:pt x="94361" y="18923"/>
                </a:lnTo>
                <a:lnTo>
                  <a:pt x="90678" y="15493"/>
                </a:lnTo>
                <a:lnTo>
                  <a:pt x="87122" y="11683"/>
                </a:lnTo>
                <a:lnTo>
                  <a:pt x="82804" y="8889"/>
                </a:lnTo>
                <a:lnTo>
                  <a:pt x="78612" y="5968"/>
                </a:lnTo>
                <a:lnTo>
                  <a:pt x="73914" y="3810"/>
                </a:lnTo>
                <a:lnTo>
                  <a:pt x="68961" y="2158"/>
                </a:lnTo>
                <a:lnTo>
                  <a:pt x="63881" y="888"/>
                </a:lnTo>
                <a:lnTo>
                  <a:pt x="58801" y="0"/>
                </a:lnTo>
                <a:close/>
              </a:path>
              <a:path w="106679" h="106680">
                <a:moveTo>
                  <a:pt x="100203" y="28066"/>
                </a:moveTo>
                <a:lnTo>
                  <a:pt x="55753" y="28066"/>
                </a:lnTo>
                <a:lnTo>
                  <a:pt x="58166" y="28448"/>
                </a:lnTo>
                <a:lnTo>
                  <a:pt x="60706" y="29082"/>
                </a:lnTo>
                <a:lnTo>
                  <a:pt x="70866" y="35305"/>
                </a:lnTo>
                <a:lnTo>
                  <a:pt x="72644" y="36956"/>
                </a:lnTo>
                <a:lnTo>
                  <a:pt x="74295" y="38862"/>
                </a:lnTo>
                <a:lnTo>
                  <a:pt x="75184" y="41020"/>
                </a:lnTo>
                <a:lnTo>
                  <a:pt x="76454" y="43179"/>
                </a:lnTo>
                <a:lnTo>
                  <a:pt x="77089" y="45465"/>
                </a:lnTo>
                <a:lnTo>
                  <a:pt x="78359" y="50545"/>
                </a:lnTo>
                <a:lnTo>
                  <a:pt x="78612" y="53086"/>
                </a:lnTo>
                <a:lnTo>
                  <a:pt x="78359" y="55499"/>
                </a:lnTo>
                <a:lnTo>
                  <a:pt x="77089" y="60578"/>
                </a:lnTo>
                <a:lnTo>
                  <a:pt x="76454" y="62864"/>
                </a:lnTo>
                <a:lnTo>
                  <a:pt x="75184" y="65024"/>
                </a:lnTo>
                <a:lnTo>
                  <a:pt x="74295" y="67182"/>
                </a:lnTo>
                <a:lnTo>
                  <a:pt x="55753" y="78231"/>
                </a:lnTo>
                <a:lnTo>
                  <a:pt x="53212" y="78612"/>
                </a:lnTo>
                <a:lnTo>
                  <a:pt x="100076" y="78612"/>
                </a:lnTo>
                <a:lnTo>
                  <a:pt x="102235" y="73913"/>
                </a:lnTo>
                <a:lnTo>
                  <a:pt x="103886" y="68833"/>
                </a:lnTo>
                <a:lnTo>
                  <a:pt x="105156" y="64007"/>
                </a:lnTo>
                <a:lnTo>
                  <a:pt x="106426" y="58674"/>
                </a:lnTo>
                <a:lnTo>
                  <a:pt x="106570" y="55499"/>
                </a:lnTo>
                <a:lnTo>
                  <a:pt x="106426" y="47625"/>
                </a:lnTo>
                <a:lnTo>
                  <a:pt x="105156" y="42671"/>
                </a:lnTo>
                <a:lnTo>
                  <a:pt x="103886" y="37211"/>
                </a:lnTo>
                <a:lnTo>
                  <a:pt x="102235" y="32130"/>
                </a:lnTo>
                <a:lnTo>
                  <a:pt x="100203" y="28066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914400" y="895743"/>
            <a:ext cx="784792" cy="705193"/>
          </a:xfrm>
          <a:custGeom>
            <a:avLst/>
            <a:gdLst/>
            <a:ahLst/>
            <a:cxnLst/>
            <a:rect l="l" t="t" r="r" b="b"/>
            <a:pathLst>
              <a:path w="692150" h="690880">
                <a:moveTo>
                  <a:pt x="345947" y="0"/>
                </a:moveTo>
                <a:lnTo>
                  <a:pt x="299016" y="3151"/>
                </a:lnTo>
                <a:lnTo>
                  <a:pt x="253999" y="12331"/>
                </a:lnTo>
                <a:lnTo>
                  <a:pt x="211312" y="27128"/>
                </a:lnTo>
                <a:lnTo>
                  <a:pt x="171365" y="47131"/>
                </a:lnTo>
                <a:lnTo>
                  <a:pt x="134572" y="71928"/>
                </a:lnTo>
                <a:lnTo>
                  <a:pt x="101345" y="101107"/>
                </a:lnTo>
                <a:lnTo>
                  <a:pt x="72098" y="134259"/>
                </a:lnTo>
                <a:lnTo>
                  <a:pt x="47243" y="170970"/>
                </a:lnTo>
                <a:lnTo>
                  <a:pt x="27193" y="210829"/>
                </a:lnTo>
                <a:lnTo>
                  <a:pt x="12361" y="253426"/>
                </a:lnTo>
                <a:lnTo>
                  <a:pt x="3159" y="298349"/>
                </a:lnTo>
                <a:lnTo>
                  <a:pt x="0" y="345186"/>
                </a:lnTo>
                <a:lnTo>
                  <a:pt x="3159" y="392022"/>
                </a:lnTo>
                <a:lnTo>
                  <a:pt x="12361" y="436945"/>
                </a:lnTo>
                <a:lnTo>
                  <a:pt x="27193" y="479542"/>
                </a:lnTo>
                <a:lnTo>
                  <a:pt x="47244" y="519401"/>
                </a:lnTo>
                <a:lnTo>
                  <a:pt x="72098" y="556112"/>
                </a:lnTo>
                <a:lnTo>
                  <a:pt x="101346" y="589264"/>
                </a:lnTo>
                <a:lnTo>
                  <a:pt x="134572" y="618443"/>
                </a:lnTo>
                <a:lnTo>
                  <a:pt x="171365" y="643240"/>
                </a:lnTo>
                <a:lnTo>
                  <a:pt x="211312" y="663243"/>
                </a:lnTo>
                <a:lnTo>
                  <a:pt x="254000" y="678040"/>
                </a:lnTo>
                <a:lnTo>
                  <a:pt x="299016" y="687220"/>
                </a:lnTo>
                <a:lnTo>
                  <a:pt x="345947" y="690372"/>
                </a:lnTo>
                <a:lnTo>
                  <a:pt x="392879" y="687220"/>
                </a:lnTo>
                <a:lnTo>
                  <a:pt x="437896" y="678040"/>
                </a:lnTo>
                <a:lnTo>
                  <a:pt x="480583" y="663243"/>
                </a:lnTo>
                <a:lnTo>
                  <a:pt x="520530" y="643240"/>
                </a:lnTo>
                <a:lnTo>
                  <a:pt x="557323" y="618443"/>
                </a:lnTo>
                <a:lnTo>
                  <a:pt x="590550" y="589264"/>
                </a:lnTo>
                <a:lnTo>
                  <a:pt x="619797" y="556112"/>
                </a:lnTo>
                <a:lnTo>
                  <a:pt x="644651" y="519401"/>
                </a:lnTo>
                <a:lnTo>
                  <a:pt x="664702" y="479542"/>
                </a:lnTo>
                <a:lnTo>
                  <a:pt x="679534" y="436945"/>
                </a:lnTo>
                <a:lnTo>
                  <a:pt x="688736" y="392022"/>
                </a:lnTo>
                <a:lnTo>
                  <a:pt x="691895" y="345186"/>
                </a:lnTo>
                <a:lnTo>
                  <a:pt x="688736" y="298349"/>
                </a:lnTo>
                <a:lnTo>
                  <a:pt x="679534" y="253426"/>
                </a:lnTo>
                <a:lnTo>
                  <a:pt x="664702" y="210829"/>
                </a:lnTo>
                <a:lnTo>
                  <a:pt x="644651" y="170970"/>
                </a:lnTo>
                <a:lnTo>
                  <a:pt x="619797" y="134259"/>
                </a:lnTo>
                <a:lnTo>
                  <a:pt x="590549" y="101107"/>
                </a:lnTo>
                <a:lnTo>
                  <a:pt x="557323" y="71928"/>
                </a:lnTo>
                <a:lnTo>
                  <a:pt x="520530" y="47131"/>
                </a:lnTo>
                <a:lnTo>
                  <a:pt x="480583" y="27128"/>
                </a:lnTo>
                <a:lnTo>
                  <a:pt x="437895" y="12331"/>
                </a:lnTo>
                <a:lnTo>
                  <a:pt x="392879" y="3151"/>
                </a:lnTo>
                <a:lnTo>
                  <a:pt x="34594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3470" y="1089505"/>
            <a:ext cx="378716" cy="325374"/>
          </a:xfrm>
          <a:custGeom>
            <a:avLst/>
            <a:gdLst/>
            <a:ahLst/>
            <a:cxnLst/>
            <a:rect l="l" t="t" r="r" b="b"/>
            <a:pathLst>
              <a:path w="334010" h="318769">
                <a:moveTo>
                  <a:pt x="126237" y="0"/>
                </a:moveTo>
                <a:lnTo>
                  <a:pt x="112395" y="0"/>
                </a:lnTo>
                <a:lnTo>
                  <a:pt x="108966" y="1777"/>
                </a:lnTo>
                <a:lnTo>
                  <a:pt x="107187" y="1777"/>
                </a:lnTo>
                <a:lnTo>
                  <a:pt x="64008" y="27812"/>
                </a:lnTo>
                <a:lnTo>
                  <a:pt x="29337" y="64388"/>
                </a:lnTo>
                <a:lnTo>
                  <a:pt x="6858" y="109600"/>
                </a:lnTo>
                <a:lnTo>
                  <a:pt x="0" y="161925"/>
                </a:lnTo>
                <a:lnTo>
                  <a:pt x="0" y="295910"/>
                </a:lnTo>
                <a:lnTo>
                  <a:pt x="1778" y="301116"/>
                </a:lnTo>
                <a:lnTo>
                  <a:pt x="6858" y="309752"/>
                </a:lnTo>
                <a:lnTo>
                  <a:pt x="15621" y="316738"/>
                </a:lnTo>
                <a:lnTo>
                  <a:pt x="20700" y="318515"/>
                </a:lnTo>
                <a:lnTo>
                  <a:pt x="126237" y="318515"/>
                </a:lnTo>
                <a:lnTo>
                  <a:pt x="131445" y="316738"/>
                </a:lnTo>
                <a:lnTo>
                  <a:pt x="140081" y="309752"/>
                </a:lnTo>
                <a:lnTo>
                  <a:pt x="145287" y="301116"/>
                </a:lnTo>
                <a:lnTo>
                  <a:pt x="146938" y="295910"/>
                </a:lnTo>
                <a:lnTo>
                  <a:pt x="148717" y="290702"/>
                </a:lnTo>
                <a:lnTo>
                  <a:pt x="148717" y="175767"/>
                </a:lnTo>
                <a:lnTo>
                  <a:pt x="146938" y="170561"/>
                </a:lnTo>
                <a:lnTo>
                  <a:pt x="145287" y="165353"/>
                </a:lnTo>
                <a:lnTo>
                  <a:pt x="140081" y="156590"/>
                </a:lnTo>
                <a:lnTo>
                  <a:pt x="131445" y="149732"/>
                </a:lnTo>
                <a:lnTo>
                  <a:pt x="126237" y="147954"/>
                </a:lnTo>
                <a:lnTo>
                  <a:pt x="74422" y="147954"/>
                </a:lnTo>
                <a:lnTo>
                  <a:pt x="69214" y="146176"/>
                </a:lnTo>
                <a:lnTo>
                  <a:pt x="64008" y="144525"/>
                </a:lnTo>
                <a:lnTo>
                  <a:pt x="62230" y="139191"/>
                </a:lnTo>
                <a:lnTo>
                  <a:pt x="60579" y="133985"/>
                </a:lnTo>
                <a:lnTo>
                  <a:pt x="60579" y="130555"/>
                </a:lnTo>
                <a:lnTo>
                  <a:pt x="77850" y="93979"/>
                </a:lnTo>
                <a:lnTo>
                  <a:pt x="117601" y="60960"/>
                </a:lnTo>
                <a:lnTo>
                  <a:pt x="131445" y="55752"/>
                </a:lnTo>
                <a:lnTo>
                  <a:pt x="138303" y="50418"/>
                </a:lnTo>
                <a:lnTo>
                  <a:pt x="143510" y="43561"/>
                </a:lnTo>
                <a:lnTo>
                  <a:pt x="146938" y="36575"/>
                </a:lnTo>
                <a:lnTo>
                  <a:pt x="148717" y="27812"/>
                </a:lnTo>
                <a:lnTo>
                  <a:pt x="146938" y="22605"/>
                </a:lnTo>
                <a:lnTo>
                  <a:pt x="145287" y="17399"/>
                </a:lnTo>
                <a:lnTo>
                  <a:pt x="140081" y="8762"/>
                </a:lnTo>
                <a:lnTo>
                  <a:pt x="131445" y="1777"/>
                </a:lnTo>
                <a:lnTo>
                  <a:pt x="126237" y="0"/>
                </a:lnTo>
                <a:close/>
              </a:path>
              <a:path w="334010" h="318769">
                <a:moveTo>
                  <a:pt x="309499" y="0"/>
                </a:moveTo>
                <a:lnTo>
                  <a:pt x="297434" y="0"/>
                </a:lnTo>
                <a:lnTo>
                  <a:pt x="294005" y="1777"/>
                </a:lnTo>
                <a:lnTo>
                  <a:pt x="292226" y="1777"/>
                </a:lnTo>
                <a:lnTo>
                  <a:pt x="247269" y="27812"/>
                </a:lnTo>
                <a:lnTo>
                  <a:pt x="214375" y="64388"/>
                </a:lnTo>
                <a:lnTo>
                  <a:pt x="190246" y="109600"/>
                </a:lnTo>
                <a:lnTo>
                  <a:pt x="183261" y="161925"/>
                </a:lnTo>
                <a:lnTo>
                  <a:pt x="183261" y="295910"/>
                </a:lnTo>
                <a:lnTo>
                  <a:pt x="185038" y="301116"/>
                </a:lnTo>
                <a:lnTo>
                  <a:pt x="190246" y="309752"/>
                </a:lnTo>
                <a:lnTo>
                  <a:pt x="200660" y="316738"/>
                </a:lnTo>
                <a:lnTo>
                  <a:pt x="205739" y="318515"/>
                </a:lnTo>
                <a:lnTo>
                  <a:pt x="309499" y="318515"/>
                </a:lnTo>
                <a:lnTo>
                  <a:pt x="314706" y="316738"/>
                </a:lnTo>
                <a:lnTo>
                  <a:pt x="323342" y="309752"/>
                </a:lnTo>
                <a:lnTo>
                  <a:pt x="330326" y="301116"/>
                </a:lnTo>
                <a:lnTo>
                  <a:pt x="331978" y="295910"/>
                </a:lnTo>
                <a:lnTo>
                  <a:pt x="333756" y="290702"/>
                </a:lnTo>
                <a:lnTo>
                  <a:pt x="333756" y="175767"/>
                </a:lnTo>
                <a:lnTo>
                  <a:pt x="331978" y="170561"/>
                </a:lnTo>
                <a:lnTo>
                  <a:pt x="330326" y="165353"/>
                </a:lnTo>
                <a:lnTo>
                  <a:pt x="323342" y="156590"/>
                </a:lnTo>
                <a:lnTo>
                  <a:pt x="314706" y="149732"/>
                </a:lnTo>
                <a:lnTo>
                  <a:pt x="309499" y="147954"/>
                </a:lnTo>
                <a:lnTo>
                  <a:pt x="257683" y="147954"/>
                </a:lnTo>
                <a:lnTo>
                  <a:pt x="252475" y="146176"/>
                </a:lnTo>
                <a:lnTo>
                  <a:pt x="247269" y="144525"/>
                </a:lnTo>
                <a:lnTo>
                  <a:pt x="245618" y="139191"/>
                </a:lnTo>
                <a:lnTo>
                  <a:pt x="243839" y="133985"/>
                </a:lnTo>
                <a:lnTo>
                  <a:pt x="243839" y="130555"/>
                </a:lnTo>
                <a:lnTo>
                  <a:pt x="249047" y="114935"/>
                </a:lnTo>
                <a:lnTo>
                  <a:pt x="271525" y="83565"/>
                </a:lnTo>
                <a:lnTo>
                  <a:pt x="302641" y="60960"/>
                </a:lnTo>
                <a:lnTo>
                  <a:pt x="314706" y="55752"/>
                </a:lnTo>
                <a:lnTo>
                  <a:pt x="321691" y="50418"/>
                </a:lnTo>
                <a:lnTo>
                  <a:pt x="326898" y="43561"/>
                </a:lnTo>
                <a:lnTo>
                  <a:pt x="331978" y="36575"/>
                </a:lnTo>
                <a:lnTo>
                  <a:pt x="333756" y="27812"/>
                </a:lnTo>
                <a:lnTo>
                  <a:pt x="331978" y="22605"/>
                </a:lnTo>
                <a:lnTo>
                  <a:pt x="330326" y="17399"/>
                </a:lnTo>
                <a:lnTo>
                  <a:pt x="323342" y="8762"/>
                </a:lnTo>
                <a:lnTo>
                  <a:pt x="314706" y="1777"/>
                </a:lnTo>
                <a:lnTo>
                  <a:pt x="3094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ACD7EA26-8B60-49BB-8AFF-70FF277196D1}"/>
              </a:ext>
            </a:extLst>
          </p:cNvPr>
          <p:cNvSpPr txBox="1">
            <a:spLocks/>
          </p:cNvSpPr>
          <p:nvPr/>
        </p:nvSpPr>
        <p:spPr>
          <a:xfrm>
            <a:off x="256344" y="914402"/>
            <a:ext cx="863131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88315" algn="ctr" latinLnBrk="0"/>
            <a:r>
              <a:rPr lang="ko-KR" altLang="en-US" sz="4000" b="1" kern="0" spc="-10" dirty="0">
                <a:solidFill>
                  <a:srgbClr val="252525"/>
                </a:solidFill>
                <a:latin typeface="Segoe UI"/>
                <a:cs typeface="Segoe UI"/>
              </a:rPr>
              <a:t>목차</a:t>
            </a: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3116425" y="2198013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1.</a:t>
            </a:r>
            <a:r>
              <a:rPr lang="ko-KR" altLang="en-US" sz="3200" b="1" dirty="0">
                <a:latin typeface="Segoe UI"/>
                <a:cs typeface="Segoe UI"/>
              </a:rPr>
              <a:t>상세문제기술서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01BE6813-0EA2-489F-96E4-07E08221EC27}"/>
              </a:ext>
            </a:extLst>
          </p:cNvPr>
          <p:cNvSpPr txBox="1"/>
          <p:nvPr/>
        </p:nvSpPr>
        <p:spPr>
          <a:xfrm>
            <a:off x="3116425" y="2856244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2.</a:t>
            </a:r>
            <a:r>
              <a:rPr lang="ko-KR" altLang="en-US" sz="3200" b="1" dirty="0">
                <a:latin typeface="Segoe UI"/>
                <a:cs typeface="Segoe UI"/>
              </a:rPr>
              <a:t>헌장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A6F9634B-140D-4A9C-802B-917D71661A68}"/>
              </a:ext>
            </a:extLst>
          </p:cNvPr>
          <p:cNvSpPr txBox="1"/>
          <p:nvPr/>
        </p:nvSpPr>
        <p:spPr>
          <a:xfrm>
            <a:off x="3116425" y="3514475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3.</a:t>
            </a:r>
            <a:r>
              <a:rPr lang="ko-KR" altLang="en-US" sz="3200" b="1" dirty="0">
                <a:latin typeface="Segoe UI"/>
                <a:cs typeface="Segoe UI"/>
              </a:rPr>
              <a:t>요구사항 정의서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553FC203-4A2A-4F06-A14B-D7A59DBB9AF7}"/>
              </a:ext>
            </a:extLst>
          </p:cNvPr>
          <p:cNvSpPr txBox="1"/>
          <p:nvPr/>
        </p:nvSpPr>
        <p:spPr>
          <a:xfrm>
            <a:off x="3116425" y="4830938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5.</a:t>
            </a:r>
            <a:r>
              <a:rPr lang="ko-KR" altLang="en-US" sz="3200" b="1" dirty="0">
                <a:latin typeface="Segoe UI"/>
                <a:cs typeface="Segoe UI"/>
              </a:rPr>
              <a:t>설계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FA57BBF-0176-42A9-A063-194CB64B8EF1}"/>
              </a:ext>
            </a:extLst>
          </p:cNvPr>
          <p:cNvSpPr txBox="1"/>
          <p:nvPr/>
        </p:nvSpPr>
        <p:spPr>
          <a:xfrm>
            <a:off x="3116425" y="4172706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4.</a:t>
            </a:r>
            <a:r>
              <a:rPr lang="ko-KR" altLang="en-US" sz="3200" b="1" dirty="0">
                <a:latin typeface="Segoe UI"/>
                <a:cs typeface="Segoe UI"/>
              </a:rPr>
              <a:t>요구사항 분석</a:t>
            </a:r>
            <a:endParaRPr sz="3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5758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2895600" y="1447802"/>
            <a:ext cx="33528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1.</a:t>
            </a:r>
            <a:r>
              <a:rPr lang="ko-KR" altLang="en-US" sz="3200" b="1" dirty="0">
                <a:latin typeface="Segoe UI"/>
                <a:cs typeface="Segoe UI"/>
              </a:rPr>
              <a:t>상세문제기술서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827B6F5-92D1-496C-9A42-AF6F1B9E1C1D}"/>
              </a:ext>
            </a:extLst>
          </p:cNvPr>
          <p:cNvSpPr/>
          <p:nvPr/>
        </p:nvSpPr>
        <p:spPr>
          <a:xfrm>
            <a:off x="2438402" y="2286002"/>
            <a:ext cx="4041855" cy="2944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6189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Group 41">
            <a:extLst>
              <a:ext uri="{FF2B5EF4-FFF2-40B4-BE49-F238E27FC236}">
                <a16:creationId xmlns:a16="http://schemas.microsoft.com/office/drawing/2014/main" id="{5D94F85A-6285-4104-A957-D3D5431B7E93}"/>
              </a:ext>
            </a:extLst>
          </p:cNvPr>
          <p:cNvGrpSpPr/>
          <p:nvPr/>
        </p:nvGrpSpPr>
        <p:grpSpPr>
          <a:xfrm>
            <a:off x="2659133" y="1435124"/>
            <a:ext cx="5851644" cy="1873571"/>
            <a:chOff x="4860032" y="1830422"/>
            <a:chExt cx="3851531" cy="1689838"/>
          </a:xfrm>
          <a:solidFill>
            <a:srgbClr val="ECECEC"/>
          </a:solidFill>
        </p:grpSpPr>
        <p:sp>
          <p:nvSpPr>
            <p:cNvPr id="61" name="Rectangle 42">
              <a:extLst>
                <a:ext uri="{FF2B5EF4-FFF2-40B4-BE49-F238E27FC236}">
                  <a16:creationId xmlns:a16="http://schemas.microsoft.com/office/drawing/2014/main" id="{EB401332-B467-4215-A4BE-0D7C614C604E}"/>
                </a:ext>
              </a:extLst>
            </p:cNvPr>
            <p:cNvSpPr/>
            <p:nvPr/>
          </p:nvSpPr>
          <p:spPr>
            <a:xfrm>
              <a:off x="5220070" y="1838562"/>
              <a:ext cx="3306423" cy="16816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b="1" dirty="0"/>
                <a:t> 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·</a:t>
              </a:r>
              <a:r>
                <a:rPr lang="ko-KR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경북권을 관리하는 </a:t>
              </a:r>
              <a:r>
                <a:rPr lang="ko-KR" altLang="en-US" b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싱크로나이즈드</a:t>
              </a:r>
              <a:r>
                <a:rPr lang="ko-KR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수영 연맹</a:t>
              </a:r>
              <a:endPara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dist"/>
              <a:r>
                <a:rPr lang="ko-KR" altLang="en-US" b="1" dirty="0" err="1">
                  <a:solidFill>
                    <a:schemeClr val="bg1">
                      <a:lumMod val="50000"/>
                    </a:schemeClr>
                  </a:solidFill>
                </a:rPr>
                <a:t>싱크로나이즈드</a:t>
              </a:r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 경기관리시스템을 기반으로 체계적인 데이터 관리와 공정한 채점 과정을 통한</a:t>
              </a:r>
              <a:r>
                <a:rPr lang="en-US" altLang="ko-KR" b="1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정확한 정보제공을 통한 유연한</a:t>
              </a:r>
              <a:r>
                <a:rPr lang="en-US" altLang="ko-KR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서비스 제공</a:t>
              </a:r>
              <a:endPara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Isosceles Triangle 43">
              <a:extLst>
                <a:ext uri="{FF2B5EF4-FFF2-40B4-BE49-F238E27FC236}">
                  <a16:creationId xmlns:a16="http://schemas.microsoft.com/office/drawing/2014/main" id="{49C827C5-20EF-499B-AE94-FD62787BBE8B}"/>
                </a:ext>
              </a:extLst>
            </p:cNvPr>
            <p:cNvSpPr/>
            <p:nvPr/>
          </p:nvSpPr>
          <p:spPr>
            <a:xfrm rot="16200000">
              <a:off x="4860032" y="2366882"/>
              <a:ext cx="360040" cy="360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Rectangle 44">
              <a:extLst>
                <a:ext uri="{FF2B5EF4-FFF2-40B4-BE49-F238E27FC236}">
                  <a16:creationId xmlns:a16="http://schemas.microsoft.com/office/drawing/2014/main" id="{FCEC804D-B169-44B5-89BA-A6DA3083CA25}"/>
                </a:ext>
              </a:extLst>
            </p:cNvPr>
            <p:cNvSpPr/>
            <p:nvPr/>
          </p:nvSpPr>
          <p:spPr>
            <a:xfrm>
              <a:off x="8524103" y="1830422"/>
              <a:ext cx="187460" cy="16816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6" name="Rectangle 14">
            <a:extLst>
              <a:ext uri="{FF2B5EF4-FFF2-40B4-BE49-F238E27FC236}">
                <a16:creationId xmlns:a16="http://schemas.microsoft.com/office/drawing/2014/main" id="{2BBDB9B7-81B3-46E6-B534-C83A7C0738E6}"/>
              </a:ext>
            </a:extLst>
          </p:cNvPr>
          <p:cNvSpPr/>
          <p:nvPr/>
        </p:nvSpPr>
        <p:spPr>
          <a:xfrm>
            <a:off x="1966723" y="4244638"/>
            <a:ext cx="6395288" cy="705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</a:rPr>
              <a:t>         아날로그적 시스템을 </a:t>
            </a:r>
            <a:r>
              <a:rPr lang="ko-KR" altLang="en-US" sz="1600" dirty="0" err="1">
                <a:solidFill>
                  <a:schemeClr val="tx1"/>
                </a:solidFill>
              </a:rPr>
              <a:t>디지털화하여</a:t>
            </a:r>
            <a:r>
              <a:rPr lang="ko-KR" altLang="en-US" sz="1600" dirty="0">
                <a:solidFill>
                  <a:schemeClr val="tx1"/>
                </a:solidFill>
              </a:rPr>
              <a:t> 시스템의 효율성을 증가시킴</a:t>
            </a:r>
          </a:p>
        </p:txBody>
      </p:sp>
      <p:grpSp>
        <p:nvGrpSpPr>
          <p:cNvPr id="67" name="Group 27">
            <a:extLst>
              <a:ext uri="{FF2B5EF4-FFF2-40B4-BE49-F238E27FC236}">
                <a16:creationId xmlns:a16="http://schemas.microsoft.com/office/drawing/2014/main" id="{E8D8D25A-D01A-491F-A9DD-D6B7A0646CED}"/>
              </a:ext>
            </a:extLst>
          </p:cNvPr>
          <p:cNvGrpSpPr/>
          <p:nvPr/>
        </p:nvGrpSpPr>
        <p:grpSpPr>
          <a:xfrm>
            <a:off x="2075227" y="4477058"/>
            <a:ext cx="301202" cy="240263"/>
            <a:chOff x="4972700" y="3925047"/>
            <a:chExt cx="391388" cy="391388"/>
          </a:xfrm>
        </p:grpSpPr>
        <p:sp>
          <p:nvSpPr>
            <p:cNvPr id="68" name="Oval 28">
              <a:extLst>
                <a:ext uri="{FF2B5EF4-FFF2-40B4-BE49-F238E27FC236}">
                  <a16:creationId xmlns:a16="http://schemas.microsoft.com/office/drawing/2014/main" id="{16BAA0F8-8078-45A7-B6DC-55C36B2C1A5B}"/>
                </a:ext>
              </a:extLst>
            </p:cNvPr>
            <p:cNvSpPr/>
            <p:nvPr/>
          </p:nvSpPr>
          <p:spPr>
            <a:xfrm>
              <a:off x="4972700" y="3925047"/>
              <a:ext cx="391388" cy="391388"/>
            </a:xfrm>
            <a:prstGeom prst="ellipse">
              <a:avLst/>
            </a:prstGeom>
            <a:solidFill>
              <a:srgbClr val="EF4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Chevron 29">
              <a:extLst>
                <a:ext uri="{FF2B5EF4-FFF2-40B4-BE49-F238E27FC236}">
                  <a16:creationId xmlns:a16="http://schemas.microsoft.com/office/drawing/2014/main" id="{555E87EC-D7A6-46E3-9F70-561A4C409417}"/>
                </a:ext>
              </a:extLst>
            </p:cNvPr>
            <p:cNvSpPr/>
            <p:nvPr/>
          </p:nvSpPr>
          <p:spPr>
            <a:xfrm>
              <a:off x="5096925" y="4011172"/>
              <a:ext cx="157394" cy="215077"/>
            </a:xfrm>
            <a:prstGeom prst="chevron">
              <a:avLst>
                <a:gd name="adj" fmla="val 59907"/>
              </a:avLst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4" name="Rectangle 14">
            <a:extLst>
              <a:ext uri="{FF2B5EF4-FFF2-40B4-BE49-F238E27FC236}">
                <a16:creationId xmlns:a16="http://schemas.microsoft.com/office/drawing/2014/main" id="{4B9F7500-34F7-4C81-A2D3-4B85C6C78D1D}"/>
              </a:ext>
            </a:extLst>
          </p:cNvPr>
          <p:cNvSpPr/>
          <p:nvPr/>
        </p:nvSpPr>
        <p:spPr>
          <a:xfrm>
            <a:off x="1957080" y="5113475"/>
            <a:ext cx="6395288" cy="705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</a:rPr>
              <a:t>         회원제도를 도입하여 선수를 체계적으로 관리</a:t>
            </a:r>
          </a:p>
        </p:txBody>
      </p:sp>
      <p:grpSp>
        <p:nvGrpSpPr>
          <p:cNvPr id="75" name="Group 27">
            <a:extLst>
              <a:ext uri="{FF2B5EF4-FFF2-40B4-BE49-F238E27FC236}">
                <a16:creationId xmlns:a16="http://schemas.microsoft.com/office/drawing/2014/main" id="{D85CCCB4-90E9-4F79-BC04-0392105CF8AC}"/>
              </a:ext>
            </a:extLst>
          </p:cNvPr>
          <p:cNvGrpSpPr/>
          <p:nvPr/>
        </p:nvGrpSpPr>
        <p:grpSpPr>
          <a:xfrm>
            <a:off x="2065584" y="5345895"/>
            <a:ext cx="301202" cy="240263"/>
            <a:chOff x="4972700" y="3925047"/>
            <a:chExt cx="391388" cy="391388"/>
          </a:xfrm>
        </p:grpSpPr>
        <p:sp>
          <p:nvSpPr>
            <p:cNvPr id="76" name="Oval 28">
              <a:extLst>
                <a:ext uri="{FF2B5EF4-FFF2-40B4-BE49-F238E27FC236}">
                  <a16:creationId xmlns:a16="http://schemas.microsoft.com/office/drawing/2014/main" id="{278CD504-8B25-43F8-8830-911F42F17C3E}"/>
                </a:ext>
              </a:extLst>
            </p:cNvPr>
            <p:cNvSpPr/>
            <p:nvPr/>
          </p:nvSpPr>
          <p:spPr>
            <a:xfrm>
              <a:off x="4972700" y="3925047"/>
              <a:ext cx="391388" cy="391388"/>
            </a:xfrm>
            <a:prstGeom prst="ellipse">
              <a:avLst/>
            </a:prstGeom>
            <a:solidFill>
              <a:srgbClr val="EF4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Chevron 29">
              <a:extLst>
                <a:ext uri="{FF2B5EF4-FFF2-40B4-BE49-F238E27FC236}">
                  <a16:creationId xmlns:a16="http://schemas.microsoft.com/office/drawing/2014/main" id="{2E5EF5F9-A125-4D1C-9D84-F8058EAB36D0}"/>
                </a:ext>
              </a:extLst>
            </p:cNvPr>
            <p:cNvSpPr/>
            <p:nvPr/>
          </p:nvSpPr>
          <p:spPr>
            <a:xfrm>
              <a:off x="5096925" y="4011172"/>
              <a:ext cx="157394" cy="215077"/>
            </a:xfrm>
            <a:prstGeom prst="chevron">
              <a:avLst>
                <a:gd name="adj" fmla="val 59907"/>
              </a:avLst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B6D2D96-46F4-4E7C-94AB-0978CFD5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942" y="474345"/>
            <a:ext cx="5936646" cy="5882386"/>
          </a:xfrm>
          <a:prstGeom prst="rect">
            <a:avLst/>
          </a:prstGeom>
        </p:spPr>
      </p:pic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B2045F0-1B96-43D0-8615-895EF5A53973}"/>
              </a:ext>
            </a:extLst>
          </p:cNvPr>
          <p:cNvCxnSpPr>
            <a:cxnSpLocks/>
          </p:cNvCxnSpPr>
          <p:nvPr/>
        </p:nvCxnSpPr>
        <p:spPr>
          <a:xfrm>
            <a:off x="4114800" y="1388745"/>
            <a:ext cx="411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34A82AA-FB4E-4CA8-A8AD-BDC9449C8918}"/>
              </a:ext>
            </a:extLst>
          </p:cNvPr>
          <p:cNvCxnSpPr>
            <a:cxnSpLocks/>
          </p:cNvCxnSpPr>
          <p:nvPr/>
        </p:nvCxnSpPr>
        <p:spPr>
          <a:xfrm>
            <a:off x="2743200" y="1623060"/>
            <a:ext cx="6096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7345B27-94FB-4634-BACF-13D1C0979991}"/>
              </a:ext>
            </a:extLst>
          </p:cNvPr>
          <p:cNvCxnSpPr>
            <a:cxnSpLocks/>
          </p:cNvCxnSpPr>
          <p:nvPr/>
        </p:nvCxnSpPr>
        <p:spPr>
          <a:xfrm>
            <a:off x="2743200" y="4267200"/>
            <a:ext cx="5486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E555DB0-B073-4945-AF15-3F011E56B0ED}"/>
              </a:ext>
            </a:extLst>
          </p:cNvPr>
          <p:cNvCxnSpPr>
            <a:cxnSpLocks/>
          </p:cNvCxnSpPr>
          <p:nvPr/>
        </p:nvCxnSpPr>
        <p:spPr>
          <a:xfrm>
            <a:off x="5715000" y="4038600"/>
            <a:ext cx="2514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D81C003-5D5F-403A-9213-32B5BBF334C7}"/>
              </a:ext>
            </a:extLst>
          </p:cNvPr>
          <p:cNvCxnSpPr>
            <a:cxnSpLocks/>
          </p:cNvCxnSpPr>
          <p:nvPr/>
        </p:nvCxnSpPr>
        <p:spPr>
          <a:xfrm>
            <a:off x="2895600" y="4648200"/>
            <a:ext cx="533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B4E5079-3BB6-45C1-AEE8-92548C49FB06}"/>
              </a:ext>
            </a:extLst>
          </p:cNvPr>
          <p:cNvCxnSpPr>
            <a:cxnSpLocks/>
          </p:cNvCxnSpPr>
          <p:nvPr/>
        </p:nvCxnSpPr>
        <p:spPr>
          <a:xfrm>
            <a:off x="2895600" y="4855464"/>
            <a:ext cx="533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D5F554D-D7AE-4952-8D25-4B93478F62F6}"/>
              </a:ext>
            </a:extLst>
          </p:cNvPr>
          <p:cNvCxnSpPr>
            <a:cxnSpLocks/>
          </p:cNvCxnSpPr>
          <p:nvPr/>
        </p:nvCxnSpPr>
        <p:spPr>
          <a:xfrm>
            <a:off x="2895600" y="5029200"/>
            <a:ext cx="3886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3E851CB-4F7B-4886-A494-5CA2A6B50CA7}"/>
              </a:ext>
            </a:extLst>
          </p:cNvPr>
          <p:cNvCxnSpPr>
            <a:cxnSpLocks/>
          </p:cNvCxnSpPr>
          <p:nvPr/>
        </p:nvCxnSpPr>
        <p:spPr>
          <a:xfrm>
            <a:off x="7772400" y="5791200"/>
            <a:ext cx="457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C8B874E-86E6-426D-9112-E314C5A489E8}"/>
              </a:ext>
            </a:extLst>
          </p:cNvPr>
          <p:cNvCxnSpPr>
            <a:cxnSpLocks/>
          </p:cNvCxnSpPr>
          <p:nvPr/>
        </p:nvCxnSpPr>
        <p:spPr>
          <a:xfrm>
            <a:off x="2768082" y="5982259"/>
            <a:ext cx="226111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3357A2E-5F50-43D9-BAF9-8E35A5CB8F3E}"/>
              </a:ext>
            </a:extLst>
          </p:cNvPr>
          <p:cNvCxnSpPr>
            <a:cxnSpLocks/>
          </p:cNvCxnSpPr>
          <p:nvPr/>
        </p:nvCxnSpPr>
        <p:spPr>
          <a:xfrm>
            <a:off x="2713655" y="2590800"/>
            <a:ext cx="330614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7582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D819B7F7-6730-44D7-B04C-C0AA4807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105" y="2356612"/>
            <a:ext cx="6453609" cy="2591817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D20660-275A-4128-AD3C-0CDE685DDB0D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CFA16DD-6DC6-4E6D-9826-035D74F9E760}"/>
              </a:ext>
            </a:extLst>
          </p:cNvPr>
          <p:cNvCxnSpPr>
            <a:cxnSpLocks/>
          </p:cNvCxnSpPr>
          <p:nvPr/>
        </p:nvCxnSpPr>
        <p:spPr>
          <a:xfrm>
            <a:off x="5410200" y="2800738"/>
            <a:ext cx="3429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F506579-5235-4581-86FB-B19631BE5920}"/>
              </a:ext>
            </a:extLst>
          </p:cNvPr>
          <p:cNvCxnSpPr>
            <a:cxnSpLocks/>
          </p:cNvCxnSpPr>
          <p:nvPr/>
        </p:nvCxnSpPr>
        <p:spPr>
          <a:xfrm>
            <a:off x="2572138" y="3133069"/>
            <a:ext cx="3429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04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6930BA3-944D-4983-97B6-E139DEF43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73" y="1207514"/>
            <a:ext cx="6432400" cy="4752975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DAF389-1634-41D8-9582-FD87902930E0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2031367-A302-472A-99EA-B02B0DAED04B}"/>
              </a:ext>
            </a:extLst>
          </p:cNvPr>
          <p:cNvCxnSpPr>
            <a:cxnSpLocks/>
          </p:cNvCxnSpPr>
          <p:nvPr/>
        </p:nvCxnSpPr>
        <p:spPr>
          <a:xfrm>
            <a:off x="2509456" y="1757948"/>
            <a:ext cx="640594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BCDF260-6AA9-4FBA-9CE7-AFA6C2E6BA19}"/>
              </a:ext>
            </a:extLst>
          </p:cNvPr>
          <p:cNvCxnSpPr>
            <a:cxnSpLocks/>
          </p:cNvCxnSpPr>
          <p:nvPr/>
        </p:nvCxnSpPr>
        <p:spPr>
          <a:xfrm>
            <a:off x="2556129" y="2590800"/>
            <a:ext cx="640594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33DE5EF-AEBE-43BA-B4D2-450FFA52EC59}"/>
              </a:ext>
            </a:extLst>
          </p:cNvPr>
          <p:cNvCxnSpPr>
            <a:cxnSpLocks/>
          </p:cNvCxnSpPr>
          <p:nvPr/>
        </p:nvCxnSpPr>
        <p:spPr>
          <a:xfrm>
            <a:off x="2529675" y="2895600"/>
            <a:ext cx="143272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A568D6D-78A2-4103-999C-9C3BFF1FD6C2}"/>
              </a:ext>
            </a:extLst>
          </p:cNvPr>
          <p:cNvCxnSpPr>
            <a:cxnSpLocks/>
          </p:cNvCxnSpPr>
          <p:nvPr/>
        </p:nvCxnSpPr>
        <p:spPr>
          <a:xfrm>
            <a:off x="5105400" y="4572000"/>
            <a:ext cx="381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9558C65-A792-495D-98B9-098BA03EDD64}"/>
              </a:ext>
            </a:extLst>
          </p:cNvPr>
          <p:cNvCxnSpPr>
            <a:cxnSpLocks/>
          </p:cNvCxnSpPr>
          <p:nvPr/>
        </p:nvCxnSpPr>
        <p:spPr>
          <a:xfrm>
            <a:off x="5152073" y="4855464"/>
            <a:ext cx="3810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B62A8E9-BC22-4293-A184-FE1B9961262B}"/>
              </a:ext>
            </a:extLst>
          </p:cNvPr>
          <p:cNvCxnSpPr>
            <a:cxnSpLocks/>
          </p:cNvCxnSpPr>
          <p:nvPr/>
        </p:nvCxnSpPr>
        <p:spPr>
          <a:xfrm>
            <a:off x="2529675" y="5105400"/>
            <a:ext cx="600472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3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D2DB7CD-9CCE-497A-B529-62A7B785A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397" y="1162096"/>
            <a:ext cx="6368669" cy="4756404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893C3D5B-5C72-4BBB-A339-B8D484F7BCDB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60DCFCC-3467-4959-9775-13E880860038}"/>
              </a:ext>
            </a:extLst>
          </p:cNvPr>
          <p:cNvCxnSpPr>
            <a:cxnSpLocks/>
          </p:cNvCxnSpPr>
          <p:nvPr/>
        </p:nvCxnSpPr>
        <p:spPr>
          <a:xfrm>
            <a:off x="5029200" y="1795272"/>
            <a:ext cx="396086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83D1C67-96C2-4401-952D-F6672241A930}"/>
              </a:ext>
            </a:extLst>
          </p:cNvPr>
          <p:cNvCxnSpPr>
            <a:cxnSpLocks/>
          </p:cNvCxnSpPr>
          <p:nvPr/>
        </p:nvCxnSpPr>
        <p:spPr>
          <a:xfrm>
            <a:off x="2621397" y="2196211"/>
            <a:ext cx="636866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E47457C-9930-443A-81D3-9DA6845C3812}"/>
              </a:ext>
            </a:extLst>
          </p:cNvPr>
          <p:cNvCxnSpPr>
            <a:cxnSpLocks/>
          </p:cNvCxnSpPr>
          <p:nvPr/>
        </p:nvCxnSpPr>
        <p:spPr>
          <a:xfrm>
            <a:off x="2621397" y="2590800"/>
            <a:ext cx="636866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406620D-E683-4B4E-ADBE-B7A24DF1E698}"/>
              </a:ext>
            </a:extLst>
          </p:cNvPr>
          <p:cNvCxnSpPr>
            <a:cxnSpLocks/>
          </p:cNvCxnSpPr>
          <p:nvPr/>
        </p:nvCxnSpPr>
        <p:spPr>
          <a:xfrm>
            <a:off x="2621397" y="2999793"/>
            <a:ext cx="35040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DBA4179-0CB7-47AB-A5C1-E80B731354C0}"/>
              </a:ext>
            </a:extLst>
          </p:cNvPr>
          <p:cNvCxnSpPr>
            <a:cxnSpLocks/>
          </p:cNvCxnSpPr>
          <p:nvPr/>
        </p:nvCxnSpPr>
        <p:spPr>
          <a:xfrm>
            <a:off x="2621397" y="4995081"/>
            <a:ext cx="636866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9E54906-855D-4297-B2F7-CA793E268FF7}"/>
              </a:ext>
            </a:extLst>
          </p:cNvPr>
          <p:cNvCxnSpPr>
            <a:cxnSpLocks/>
          </p:cNvCxnSpPr>
          <p:nvPr/>
        </p:nvCxnSpPr>
        <p:spPr>
          <a:xfrm>
            <a:off x="2509456" y="5410200"/>
            <a:ext cx="229114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7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3849727" y="1447802"/>
            <a:ext cx="1219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2.</a:t>
            </a:r>
            <a:r>
              <a:rPr lang="ko-KR" altLang="en-US" sz="3200" b="1" dirty="0">
                <a:latin typeface="Segoe UI"/>
                <a:cs typeface="Segoe UI"/>
              </a:rPr>
              <a:t>헌장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827B6F5-92D1-496C-9A42-AF6F1B9E1C1D}"/>
              </a:ext>
            </a:extLst>
          </p:cNvPr>
          <p:cNvSpPr/>
          <p:nvPr/>
        </p:nvSpPr>
        <p:spPr>
          <a:xfrm>
            <a:off x="2438401" y="2440567"/>
            <a:ext cx="4041855" cy="2944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943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742388" y="714876"/>
          <a:ext cx="6096812" cy="1291933"/>
        </p:xfrm>
        <a:graphic>
          <a:graphicData uri="http://schemas.openxmlformats.org/drawingml/2006/table">
            <a:tbl>
              <a:tblPr/>
              <a:tblGrid>
                <a:gridCol w="103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9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21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프로젝트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목적 및 사유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체계적인 데이터 관리와 공정한 채점 과정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정확한 정보제공을 통한 유연한 서비스 제공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743202" y="2152229"/>
          <a:ext cx="6075235" cy="4286607"/>
        </p:xfrm>
        <a:graphic>
          <a:graphicData uri="http://schemas.openxmlformats.org/drawingml/2006/table">
            <a:tbl>
              <a:tblPr/>
              <a:tblGrid>
                <a:gridCol w="1033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6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프로젝트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범위 및 요구사항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5549" marR="45549" marT="12593" marB="1259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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범위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수영 경기 관리 시스템 구축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전체적인 대회를 운영 및 관리할 수 있는 환경 조성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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요구 사항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9558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-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친화적인 인터페이스를 통해 사용함에 있어 불편과 혼란을 최소화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9558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4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- </a:t>
                      </a:r>
                      <a:r>
                        <a:rPr lang="ko-KR" altLang="en-US" sz="1200" kern="0" spc="-4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-4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수영 경기를 관리하기 위한 정보와 기능들을 체계적이고 효율적으로 관리를 할 수 있는 시스템 구축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9558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4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- </a:t>
                      </a:r>
                      <a:r>
                        <a:rPr lang="ko-KR" altLang="en-US" sz="1200" kern="0" spc="-4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 관리자는 </a:t>
                      </a:r>
                      <a:r>
                        <a:rPr lang="ko-KR" altLang="en-US" sz="1200" kern="0" spc="-4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-4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경기 관리 시스템의 전체적인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9558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4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</a:t>
                      </a:r>
                      <a:r>
                        <a:rPr lang="ko-KR" altLang="en-US" sz="1200" kern="0" spc="-4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경기 일정 </a:t>
                      </a:r>
                      <a:r>
                        <a:rPr lang="en-US" altLang="ko-KR" sz="1200" kern="0" spc="-4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-4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채점에 관련된 정보</a:t>
                      </a:r>
                      <a:r>
                        <a:rPr lang="en-US" altLang="ko-KR" sz="1200" kern="0" spc="-4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5549" marR="45549" marT="12593" marB="1259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61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2716212" y="685799"/>
          <a:ext cx="6122988" cy="5767972"/>
        </p:xfrm>
        <a:graphic>
          <a:graphicData uri="http://schemas.openxmlformats.org/drawingml/2006/table">
            <a:tbl>
              <a:tblPr/>
              <a:tblGrid>
                <a:gridCol w="113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1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프로젝트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위험 요소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위험 유형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위험요소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대안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팀원 간 업무 갈등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팀원 간 의견 충돌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지속적인 대화 및 의사소통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과도한 업무로 인한 사기 저하 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체계적인 업무 분배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예산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예산 변동 발생 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예산 변동 내역 기록 및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2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계획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계획 차질 발생 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단계별 작업을 수시로 체크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24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능력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관리자 및 팀원들의 경험 부족 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정기적인 학습을 통한 지식 습득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경험자 자문을 통한 지식 습득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62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요구사항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빈번한 요구사항으로 인한 프로젝트 완성도 하락 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고객에게 요구사항 변동에 대한 책임 부여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명확하지 못한 요구사항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고객에게 명확한 요구사항 요청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6325" marR="26325" marT="7278" marB="7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716215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56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2743201" y="685802"/>
          <a:ext cx="6019800" cy="5489319"/>
        </p:xfrm>
        <a:graphic>
          <a:graphicData uri="http://schemas.openxmlformats.org/drawingml/2006/table">
            <a:tbl>
              <a:tblPr/>
              <a:tblGrid>
                <a:gridCol w="102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5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프로젝트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요구 인력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549" marR="30549" marT="8446" marB="84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관리자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프로젝트의 전반적인 관리 및 책임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형상 통제 인원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개발 일정 중 정해진 시기에 품질 관리 활동 수행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설계 명세 담당자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요구한 명세서에 기술된 능력으로부터 시스템을 구현하는 방법을 기술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요구사항 분석가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 요구사항 분석 수행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개발 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 설계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개발 및 테스트 단계에서 업무 수행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테스터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개발이 완료된 후 확인 시험 단계에서 요구사항 분석가가 테스트 업무 수행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유지보수 담당자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(1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명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고객에게 시스템을 인도한 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시스템에 대한 고객의 변경 요청 및 문제점을 수렴하고 유지보수를 실시한다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감사 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외부 업체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정해진 시기에 감사를 실시하고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고객의 요구에 따라 추가적으로 감사를 실시할 수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549" marR="30549" marT="8446" marB="84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79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743200" y="685800"/>
          <a:ext cx="6172200" cy="6019800"/>
        </p:xfrm>
        <a:graphic>
          <a:graphicData uri="http://schemas.openxmlformats.org/drawingml/2006/table">
            <a:tbl>
              <a:tblPr/>
              <a:tblGrid>
                <a:gridCol w="105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2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98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이해 관계자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499" marR="24499" marT="6773" marB="677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 대표이사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　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경기 관리 시스템 프로젝트 시작 및 종료 승인을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경기 관리 시스템을 통해 사용자가 원하는 기능을 사용할 수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관리자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경기 관리 시스템을 고객과의 협의 하에 계획을 수정하고 프로젝트의 종합적인 책임을 가진다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　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싱크로나이즈드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경기 관리 시스템을 개발한다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유지보수 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시스템이 고객에게 인도된 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시스템에 대한 고객의 변경 요청 및 문제점을 수렴 후 유지보수를 실시한다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시스템 교육 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사용자가 시스템을 사용할 수 있도록 교육을 실시한다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형상 통제 위원회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시험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설계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제작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조립기간 동안 설계가 변경되는 경우 이를 추적 관리하며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변경된 사항이 하드웨어에 적용될 수 있는 절차를 정립하고 이를 관리하는 업무를 수행한다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감독 기관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외부 업체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　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프로젝트팀이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합법적인 법률 하에 시스템을 개발하는지 관리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감시한다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프로젝트 감리 기관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외부 업체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 :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　프로젝트 산출물의 기술적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품질 점검 및 해결방안을 제시해준다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499" marR="24499" marT="6773" marB="677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354390" y="2939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2754312" y="1843912"/>
          <a:ext cx="6237288" cy="3185288"/>
        </p:xfrm>
        <a:graphic>
          <a:graphicData uri="http://schemas.openxmlformats.org/drawingml/2006/table">
            <a:tbl>
              <a:tblPr/>
              <a:tblGrid>
                <a:gridCol w="106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52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종료 승인 요건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감사팀의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 검수를 통과해야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고객의 인수 시험을 통과해야 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고객에게 소프트웨어를 전달하고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소프트웨어 사용법 교육 및 설치를 수행한다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계약 시 납품하기로 한 산출물들을 고객에게 전달한다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36777" y="3372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866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36777" y="3372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2743200" y="838203"/>
          <a:ext cx="6248400" cy="1981199"/>
        </p:xfrm>
        <a:graphic>
          <a:graphicData uri="http://schemas.openxmlformats.org/drawingml/2006/table">
            <a:tbl>
              <a:tblPr/>
              <a:tblGrid>
                <a:gridCol w="106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5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11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프로젝트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FFFFFF"/>
                          </a:solidFill>
                          <a:effectLst/>
                          <a:ea typeface="함초롬바탕"/>
                        </a:rPr>
                        <a:t>예산 규모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총 예산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:198,194,938(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일억구천팔백십구만사천구백삼십오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i="1" kern="0" spc="-11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* </a:t>
                      </a:r>
                      <a:r>
                        <a:rPr lang="ko-KR" altLang="en-US" sz="1200" i="1" kern="0" spc="-11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개발 구축비용</a:t>
                      </a:r>
                      <a:r>
                        <a:rPr lang="en-US" altLang="ko-KR" sz="1200" i="1" kern="0" spc="-11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, </a:t>
                      </a:r>
                      <a:r>
                        <a:rPr lang="ko-KR" altLang="en-US" sz="1200" i="1" kern="0" spc="-11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유지보수비용 </a:t>
                      </a:r>
                      <a:r>
                        <a:rPr lang="en-US" altLang="ko-KR" sz="1200" i="1" kern="0" spc="-11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: </a:t>
                      </a:r>
                      <a:r>
                        <a:rPr lang="en-US" altLang="ko-KR" sz="1200" i="1" kern="0" spc="-11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pmbok</a:t>
                      </a:r>
                      <a:r>
                        <a:rPr lang="en-US" altLang="ko-KR" sz="1200" i="1" kern="0" spc="-11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 6th </a:t>
                      </a:r>
                      <a:r>
                        <a:rPr lang="ko-KR" altLang="en-US" sz="1200" i="1" kern="0" spc="-11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및 원가공학 참조를 통한 예산 산출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967" marR="48967" marT="13538" marB="1353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743200" y="3032123"/>
          <a:ext cx="6248400" cy="3406710"/>
        </p:xfrm>
        <a:graphic>
          <a:graphicData uri="http://schemas.openxmlformats.org/drawingml/2006/table">
            <a:tbl>
              <a:tblPr/>
              <a:tblGrid>
                <a:gridCol w="112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목 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금 액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총 개발 원가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\128,224,686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재비용 합계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\48,391,330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유지보수 비용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\21,193,922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인도 비용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\385,000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총 합계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310" marR="48310" marT="13356" marB="1335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\198,194,938(</a:t>
                      </a: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일억구천팔백십구만사천구백삼십팔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202" marR="68202" marT="34101" marB="34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14565" y="30760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86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6777" y="3568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200527" y="3066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2743201" y="762001"/>
          <a:ext cx="6172201" cy="5676841"/>
        </p:xfrm>
        <a:graphic>
          <a:graphicData uri="http://schemas.openxmlformats.org/drawingml/2006/table">
            <a:tbl>
              <a:tblPr/>
              <a:tblGrid>
                <a:gridCol w="1861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00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업무 구분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기능 명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기능 유형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평균 복잡도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기능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로그인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로그인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EO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로그아웃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0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정보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탈퇴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정보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00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일정 출력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EO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상세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324" marR="23324" marT="6449" marB="6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882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743200" y="838193"/>
          <a:ext cx="6172200" cy="5600640"/>
        </p:xfrm>
        <a:graphic>
          <a:graphicData uri="http://schemas.openxmlformats.org/drawingml/2006/table">
            <a:tbl>
              <a:tblPr/>
              <a:tblGrid>
                <a:gridCol w="1861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04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등록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대회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대회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대회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대회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사용자 대회 상세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40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배정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출력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EO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04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산출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EO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222" marR="20222" marT="5591" marB="55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52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2743202" y="685795"/>
          <a:ext cx="6172199" cy="5891786"/>
        </p:xfrm>
        <a:graphic>
          <a:graphicData uri="http://schemas.openxmlformats.org/drawingml/2006/table">
            <a:tbl>
              <a:tblPr/>
              <a:tblGrid>
                <a:gridCol w="1861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094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관리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등록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수정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상세 조회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94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등록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삭제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수정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4.0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상세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EQ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3.9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외부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실명 인증 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EIF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5.4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094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회원 관리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경기 일정 관리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등록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선수 그룹 관리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대회 결과 관리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점수 관리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0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채점 관련 정보 데이터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ILF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7.5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ea typeface="함초롬바탕"/>
                        </a:rPr>
                        <a:t>기능 점수 총합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</a:rPr>
                        <a:t>217.5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029" marR="17029" marT="4708" marB="4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616327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27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78290" y="2753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2743202" y="2421301"/>
          <a:ext cx="6172199" cy="4223926"/>
        </p:xfrm>
        <a:graphic>
          <a:graphicData uri="http://schemas.openxmlformats.org/drawingml/2006/table">
            <a:tbl>
              <a:tblPr/>
              <a:tblGrid>
                <a:gridCol w="125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1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항목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비용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회의 부수비용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100,000 * 13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주 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1,300,000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개발용 노트북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LG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전자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ZD980-GX50K =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1,467,990 * 7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\10,275,930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서버용 </a:t>
                      </a:r>
                      <a:r>
                        <a:rPr lang="en-US" sz="1200" b="1" kern="0" spc="0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PC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DELL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워크스테이션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T5810(E5-1620v4/8GB/1T/K620)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2,040,000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4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개발소프트웨어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한컴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오피스 ￦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440,000 * 7 =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3,080,000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MS Office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8900 * 3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개월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*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 =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186,900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Windows10 Pro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310,000 * 7 =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2,170,000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en-US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CentOS 7 \0 * 7 = \0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\5,436,900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88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사무실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운영비용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보증금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=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20,000,000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월세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=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800,000 * 3 = \2,400,000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전기세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=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100,000 * 3 = 300,000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수도세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=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10,000 * 3 = \30,000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인터넷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=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￦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27,500 * 3 = \82,500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2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\22,812,500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2379" marR="32379" marT="21561" marB="215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622677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2743202" y="662684"/>
          <a:ext cx="6161089" cy="1629284"/>
        </p:xfrm>
        <a:graphic>
          <a:graphicData uri="http://schemas.openxmlformats.org/drawingml/2006/table">
            <a:tbl>
              <a:tblPr/>
              <a:tblGrid>
                <a:gridCol w="128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목록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산 출 내 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금 액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시스템 설치 및 출장 여비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식비 </a:t>
                      </a:r>
                      <a:r>
                        <a:rPr lang="en-US" altLang="ko-KR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15,000 * 7 = \105,000(2</a:t>
                      </a:r>
                      <a:r>
                        <a:rPr lang="ko-KR" altLang="en-US" sz="1200" b="1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박 </a:t>
                      </a:r>
                      <a:r>
                        <a:rPr lang="en-US" altLang="ko-KR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  <a:r>
                        <a:rPr lang="ko-KR" altLang="en-US" sz="1200" b="1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일</a:t>
                      </a:r>
                      <a:r>
                        <a:rPr lang="en-US" altLang="ko-KR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숙박비 </a:t>
                      </a:r>
                      <a:r>
                        <a:rPr lang="en-US" altLang="ko-KR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80,000 * 2 = \160,000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교통비 </a:t>
                      </a:r>
                      <a:r>
                        <a:rPr lang="en-US" altLang="ko-KR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50000 * 2 + 10000 * 2 = \120,000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\385,000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329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222A3882-5067-45DA-A476-964ABEFC86C2}"/>
              </a:ext>
            </a:extLst>
          </p:cNvPr>
          <p:cNvSpPr/>
          <p:nvPr/>
        </p:nvSpPr>
        <p:spPr>
          <a:xfrm>
            <a:off x="229366" y="4107054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EA76A7A-317F-483C-A0C3-B7E2AFE94EF1}"/>
              </a:ext>
            </a:extLst>
          </p:cNvPr>
          <p:cNvSpPr/>
          <p:nvPr/>
        </p:nvSpPr>
        <p:spPr>
          <a:xfrm>
            <a:off x="-113535" y="6300089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B573591-2813-4F86-8595-4B5A7664C169}"/>
              </a:ext>
            </a:extLst>
          </p:cNvPr>
          <p:cNvSpPr/>
          <p:nvPr/>
        </p:nvSpPr>
        <p:spPr>
          <a:xfrm>
            <a:off x="508255" y="1027047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95A72BD-14DB-4372-B30F-BD4793671238}"/>
              </a:ext>
            </a:extLst>
          </p:cNvPr>
          <p:cNvSpPr/>
          <p:nvPr/>
        </p:nvSpPr>
        <p:spPr>
          <a:xfrm>
            <a:off x="672850" y="1164207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C711485A-0C11-423C-8B06-1F4352A34077}"/>
              </a:ext>
            </a:extLst>
          </p:cNvPr>
          <p:cNvSpPr/>
          <p:nvPr/>
        </p:nvSpPr>
        <p:spPr>
          <a:xfrm>
            <a:off x="601220" y="1661032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3D77C0E0-B5D8-4B29-89DC-F646E4DD1962}"/>
              </a:ext>
            </a:extLst>
          </p:cNvPr>
          <p:cNvSpPr/>
          <p:nvPr/>
        </p:nvSpPr>
        <p:spPr>
          <a:xfrm>
            <a:off x="1471042" y="1627884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8">
            <a:extLst>
              <a:ext uri="{FF2B5EF4-FFF2-40B4-BE49-F238E27FC236}">
                <a16:creationId xmlns:a16="http://schemas.microsoft.com/office/drawing/2014/main" id="{011A11C6-289D-433D-AB23-BC9A023F394B}"/>
              </a:ext>
            </a:extLst>
          </p:cNvPr>
          <p:cNvSpPr/>
          <p:nvPr/>
        </p:nvSpPr>
        <p:spPr>
          <a:xfrm>
            <a:off x="974602" y="1971927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6B683-3965-4432-87A0-57DADC226F59}"/>
              </a:ext>
            </a:extLst>
          </p:cNvPr>
          <p:cNvSpPr/>
          <p:nvPr/>
        </p:nvSpPr>
        <p:spPr>
          <a:xfrm>
            <a:off x="974602" y="2240154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>
            <a:extLst>
              <a:ext uri="{FF2B5EF4-FFF2-40B4-BE49-F238E27FC236}">
                <a16:creationId xmlns:a16="http://schemas.microsoft.com/office/drawing/2014/main" id="{981CBB16-CEE5-41C4-9660-36DDB80BEDB5}"/>
              </a:ext>
            </a:extLst>
          </p:cNvPr>
          <p:cNvSpPr/>
          <p:nvPr/>
        </p:nvSpPr>
        <p:spPr>
          <a:xfrm>
            <a:off x="974602" y="2016124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57B8F8D1-F590-42E5-BF03-6EB91C288915}"/>
              </a:ext>
            </a:extLst>
          </p:cNvPr>
          <p:cNvSpPr/>
          <p:nvPr/>
        </p:nvSpPr>
        <p:spPr>
          <a:xfrm>
            <a:off x="672850" y="1094105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A8D706BD-351C-4AC3-9B27-88621F83A0A4}"/>
              </a:ext>
            </a:extLst>
          </p:cNvPr>
          <p:cNvSpPr/>
          <p:nvPr/>
        </p:nvSpPr>
        <p:spPr>
          <a:xfrm>
            <a:off x="796294" y="1059054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CDBB4325-E2C7-4352-A17F-349EF1F7A898}"/>
              </a:ext>
            </a:extLst>
          </p:cNvPr>
          <p:cNvSpPr/>
          <p:nvPr/>
        </p:nvSpPr>
        <p:spPr>
          <a:xfrm>
            <a:off x="633223" y="1127632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16471E49-E877-4A74-8D56-90F7F0119BB5}"/>
              </a:ext>
            </a:extLst>
          </p:cNvPr>
          <p:cNvSpPr/>
          <p:nvPr/>
        </p:nvSpPr>
        <p:spPr>
          <a:xfrm>
            <a:off x="1309879" y="2128902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>
            <a:extLst>
              <a:ext uri="{FF2B5EF4-FFF2-40B4-BE49-F238E27FC236}">
                <a16:creationId xmlns:a16="http://schemas.microsoft.com/office/drawing/2014/main" id="{BC4F76A7-0935-4F14-BDB6-A213B286591D}"/>
              </a:ext>
            </a:extLst>
          </p:cNvPr>
          <p:cNvSpPr/>
          <p:nvPr/>
        </p:nvSpPr>
        <p:spPr>
          <a:xfrm>
            <a:off x="497588" y="2323974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567676F-0842-4D79-830E-3BC84D608E04}"/>
              </a:ext>
            </a:extLst>
          </p:cNvPr>
          <p:cNvSpPr/>
          <p:nvPr/>
        </p:nvSpPr>
        <p:spPr>
          <a:xfrm>
            <a:off x="974602" y="2291970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874E7B6B-B014-4CDF-B158-D8A191D21645}"/>
              </a:ext>
            </a:extLst>
          </p:cNvPr>
          <p:cNvSpPr/>
          <p:nvPr/>
        </p:nvSpPr>
        <p:spPr>
          <a:xfrm>
            <a:off x="598174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45E4003F-1211-4C2E-A59F-84BF8B7A17F9}"/>
              </a:ext>
            </a:extLst>
          </p:cNvPr>
          <p:cNvSpPr/>
          <p:nvPr/>
        </p:nvSpPr>
        <p:spPr>
          <a:xfrm>
            <a:off x="1290069" y="5169282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E708D9AD-6F32-4EF0-94A1-5F9CD098E532}"/>
              </a:ext>
            </a:extLst>
          </p:cNvPr>
          <p:cNvSpPr/>
          <p:nvPr/>
        </p:nvSpPr>
        <p:spPr>
          <a:xfrm>
            <a:off x="598174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96A4B01C-9F20-4545-BDFB-FF884A8CF389}"/>
              </a:ext>
            </a:extLst>
          </p:cNvPr>
          <p:cNvSpPr/>
          <p:nvPr/>
        </p:nvSpPr>
        <p:spPr>
          <a:xfrm>
            <a:off x="1290069" y="5076318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96E3488-3E45-4DA4-B3DA-E6CE981BFED4}"/>
              </a:ext>
            </a:extLst>
          </p:cNvPr>
          <p:cNvSpPr/>
          <p:nvPr/>
        </p:nvSpPr>
        <p:spPr>
          <a:xfrm>
            <a:off x="1290067" y="6175119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63374E60-FEE3-4C58-B502-BF501BEAB429}"/>
              </a:ext>
            </a:extLst>
          </p:cNvPr>
          <p:cNvSpPr/>
          <p:nvPr/>
        </p:nvSpPr>
        <p:spPr>
          <a:xfrm>
            <a:off x="1274828" y="6341236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3">
            <a:extLst>
              <a:ext uri="{FF2B5EF4-FFF2-40B4-BE49-F238E27FC236}">
                <a16:creationId xmlns:a16="http://schemas.microsoft.com/office/drawing/2014/main" id="{F751DB02-C1C5-4ADF-B3FF-ECE1213FC23D}"/>
              </a:ext>
            </a:extLst>
          </p:cNvPr>
          <p:cNvSpPr/>
          <p:nvPr/>
        </p:nvSpPr>
        <p:spPr>
          <a:xfrm>
            <a:off x="1290067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4">
            <a:extLst>
              <a:ext uri="{FF2B5EF4-FFF2-40B4-BE49-F238E27FC236}">
                <a16:creationId xmlns:a16="http://schemas.microsoft.com/office/drawing/2014/main" id="{7B21AF46-C811-403A-9804-99C09ABCD2E0}"/>
              </a:ext>
            </a:extLst>
          </p:cNvPr>
          <p:cNvSpPr/>
          <p:nvPr/>
        </p:nvSpPr>
        <p:spPr>
          <a:xfrm>
            <a:off x="1282448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5">
            <a:extLst>
              <a:ext uri="{FF2B5EF4-FFF2-40B4-BE49-F238E27FC236}">
                <a16:creationId xmlns:a16="http://schemas.microsoft.com/office/drawing/2014/main" id="{C55BAFEE-CD60-42C2-98CA-87C53DC3C271}"/>
              </a:ext>
            </a:extLst>
          </p:cNvPr>
          <p:cNvSpPr/>
          <p:nvPr/>
        </p:nvSpPr>
        <p:spPr>
          <a:xfrm>
            <a:off x="342139" y="6175119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6">
            <a:extLst>
              <a:ext uri="{FF2B5EF4-FFF2-40B4-BE49-F238E27FC236}">
                <a16:creationId xmlns:a16="http://schemas.microsoft.com/office/drawing/2014/main" id="{B883EDA8-656D-4B38-8734-3FC4552CE7E4}"/>
              </a:ext>
            </a:extLst>
          </p:cNvPr>
          <p:cNvSpPr/>
          <p:nvPr/>
        </p:nvSpPr>
        <p:spPr>
          <a:xfrm>
            <a:off x="342139" y="6350382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7">
            <a:extLst>
              <a:ext uri="{FF2B5EF4-FFF2-40B4-BE49-F238E27FC236}">
                <a16:creationId xmlns:a16="http://schemas.microsoft.com/office/drawing/2014/main" id="{D441B132-2C8C-4515-9583-A4FC4C360C43}"/>
              </a:ext>
            </a:extLst>
          </p:cNvPr>
          <p:cNvSpPr/>
          <p:nvPr/>
        </p:nvSpPr>
        <p:spPr>
          <a:xfrm>
            <a:off x="334520" y="6359523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5EEE8230-B263-446B-B311-202AE9226E9D}"/>
              </a:ext>
            </a:extLst>
          </p:cNvPr>
          <p:cNvSpPr/>
          <p:nvPr/>
        </p:nvSpPr>
        <p:spPr>
          <a:xfrm>
            <a:off x="499111" y="3989704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9">
            <a:extLst>
              <a:ext uri="{FF2B5EF4-FFF2-40B4-BE49-F238E27FC236}">
                <a16:creationId xmlns:a16="http://schemas.microsoft.com/office/drawing/2014/main" id="{5647CFEE-3EAA-4B46-9ADC-7B27ED4739AE}"/>
              </a:ext>
            </a:extLst>
          </p:cNvPr>
          <p:cNvSpPr/>
          <p:nvPr/>
        </p:nvSpPr>
        <p:spPr>
          <a:xfrm>
            <a:off x="204980" y="2336163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E0BB057-A709-421B-B21B-D58FB6EDB736}"/>
              </a:ext>
            </a:extLst>
          </p:cNvPr>
          <p:cNvSpPr/>
          <p:nvPr/>
        </p:nvSpPr>
        <p:spPr>
          <a:xfrm>
            <a:off x="2188789" y="170709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52765" y="2974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78290" y="2753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622677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743200" y="685800"/>
          <a:ext cx="6096000" cy="4078186"/>
        </p:xfrm>
        <a:graphic>
          <a:graphicData uri="http://schemas.openxmlformats.org/drawingml/2006/table">
            <a:tbl>
              <a:tblPr/>
              <a:tblGrid>
                <a:gridCol w="1238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6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6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</a:rPr>
                        <a:t>참고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</a:rPr>
                        <a:t>문헌비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개발 문서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27,000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참고 문서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30,000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→ 개발 문서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참고 문서 각 </a:t>
                      </a:r>
                      <a:r>
                        <a:rPr lang="en-US" altLang="ko-KR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  <a:r>
                        <a:rPr lang="ko-KR" altLang="en-US" sz="1200" kern="0" spc="-1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\285,000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9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</a:rPr>
                        <a:t>재료비</a:t>
                      </a: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복합기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캐논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MF628Cwz : \359,000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5080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A4 +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필기도구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\300,000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5080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•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PC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주변 기기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5080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키보드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+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마우스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\100,000 * 7 = \700,000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프린트토너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\184,000 * 3 = \552,000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모니터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\240,000 * 7 = \1,680,000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\3,591,000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1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</a:rPr>
                        <a:t>출장비</a:t>
                      </a: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식비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30,000 * 15 = \450,000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숙박비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100,000 * 15 = \1,500,000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교통비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100,000 * 7 = \700,000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\2,650,000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</a:rPr>
                        <a:t>재 비용 합계</a:t>
                      </a: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\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\48,391,330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111" marR="35111" marT="23380" marB="233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543302" y="2885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136777" y="33252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2754314" y="4953002"/>
          <a:ext cx="6084886" cy="1684125"/>
        </p:xfrm>
        <a:graphic>
          <a:graphicData uri="http://schemas.openxmlformats.org/drawingml/2006/table">
            <a:tbl>
              <a:tblPr/>
              <a:tblGrid>
                <a:gridCol w="1222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3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3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유지보수 계산 항목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ea typeface="맑은 고딕"/>
                        </a:rPr>
                        <a:t>산출 내역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bg1"/>
                          </a:solidFill>
                          <a:effectLst/>
                          <a:ea typeface="맑은 고딕"/>
                        </a:rPr>
                        <a:t>총합</a:t>
                      </a:r>
                      <a:endParaRPr lang="ko-KR" altLang="en-US" sz="1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9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유지 보수 난이도</a:t>
                      </a:r>
                      <a:r>
                        <a:rPr lang="en-US" altLang="ko-KR" sz="1200" b="1" kern="0" spc="0">
                          <a:solidFill>
                            <a:srgbClr val="FFFFFF"/>
                          </a:solidFill>
                          <a:effectLst/>
                          <a:latin typeface="맑은 고딕"/>
                        </a:rPr>
                        <a:t>(%)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 + (5 * 40 / 100)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3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FFFFFF"/>
                          </a:solidFill>
                          <a:effectLst/>
                          <a:ea typeface="맑은 고딕"/>
                        </a:rPr>
                        <a:t>유지보수 대가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0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0.12 * 176,616,016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\21,193,922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898" marR="49898" marT="13795" marB="137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466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2FEEA-9647-455B-8C69-6FF95857B43A}"/>
              </a:ext>
            </a:extLst>
          </p:cNvPr>
          <p:cNvSpPr/>
          <p:nvPr/>
        </p:nvSpPr>
        <p:spPr>
          <a:xfrm>
            <a:off x="1" y="2"/>
            <a:ext cx="9144000" cy="529589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066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40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200712840" descr="EMB00003a988cb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2" y="685800"/>
            <a:ext cx="8762999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663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2744826" y="1472684"/>
            <a:ext cx="3429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3.</a:t>
            </a:r>
            <a:r>
              <a:rPr lang="ko-KR" altLang="en-US" sz="3200" b="1" dirty="0">
                <a:latin typeface="Segoe UI"/>
                <a:cs typeface="Segoe UI"/>
              </a:rPr>
              <a:t>요구사항 정의서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827B6F5-92D1-496C-9A42-AF6F1B9E1C1D}"/>
              </a:ext>
            </a:extLst>
          </p:cNvPr>
          <p:cNvSpPr/>
          <p:nvPr/>
        </p:nvSpPr>
        <p:spPr>
          <a:xfrm>
            <a:off x="2438401" y="2440567"/>
            <a:ext cx="4041855" cy="2944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3261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요구사항 수집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사용자 인터뷰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724400"/>
            <a:ext cx="6172200" cy="110849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419032"/>
            <a:ext cx="6172200" cy="206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48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요구사항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기능 요구사항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119" y="1635210"/>
            <a:ext cx="5998288" cy="45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59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요구사항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기능 요구사항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456" y="2019300"/>
            <a:ext cx="6539284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4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요구사항 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 err="1">
                <a:solidFill>
                  <a:srgbClr val="252525"/>
                </a:solidFill>
                <a:latin typeface="Segoe UI"/>
                <a:cs typeface="Segoe UI"/>
              </a:rPr>
              <a:t>비기능</a:t>
            </a:r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 요구사항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405" y="1627124"/>
            <a:ext cx="6093397" cy="484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20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사용자 인터페이스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22098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경기 등록 인터페이스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4099" name="_x445925616" descr="EMB00002da4723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597018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64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사용자 인터페이스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22098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점수 </a:t>
            </a:r>
            <a:r>
              <a:rPr lang="ko-KR" altLang="en-US" sz="1600">
                <a:solidFill>
                  <a:srgbClr val="252525"/>
                </a:solidFill>
                <a:latin typeface="Segoe UI"/>
                <a:cs typeface="Segoe UI"/>
              </a:rPr>
              <a:t>관리 인터페이스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4097" name="_x445924176" descr="EMB00002da472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64"/>
            <a:ext cx="8763000" cy="403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052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비즈니스 객체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대회 일정 등록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405" y="2308663"/>
            <a:ext cx="6081371" cy="292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81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비즈니스 객체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67000" y="1019593"/>
            <a:ext cx="19050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대회 일정 삭제</a:t>
            </a:r>
            <a:endParaRPr sz="1600" dirty="0">
              <a:latin typeface="Segoe UI"/>
              <a:cs typeface="Segoe UI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458" y="2335467"/>
            <a:ext cx="6436297" cy="286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2857500" y="1508452"/>
            <a:ext cx="3429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 dirty="0">
                <a:latin typeface="Segoe UI"/>
                <a:cs typeface="Segoe UI"/>
              </a:rPr>
              <a:t>4.</a:t>
            </a:r>
            <a:r>
              <a:rPr lang="ko-KR" altLang="en-US" sz="3200" b="1" dirty="0">
                <a:latin typeface="Segoe UI"/>
                <a:cs typeface="Segoe UI"/>
              </a:rPr>
              <a:t>요구사항 분석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827B6F5-92D1-496C-9A42-AF6F1B9E1C1D}"/>
              </a:ext>
            </a:extLst>
          </p:cNvPr>
          <p:cNvSpPr/>
          <p:nvPr/>
        </p:nvSpPr>
        <p:spPr>
          <a:xfrm>
            <a:off x="2438401" y="2440567"/>
            <a:ext cx="4041855" cy="2944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58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 err="1">
                <a:solidFill>
                  <a:srgbClr val="252525"/>
                </a:solidFill>
                <a:latin typeface="Segoe UI"/>
                <a:cs typeface="Segoe UI"/>
              </a:rPr>
              <a:t>유스케이스</a:t>
            </a:r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41536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 err="1">
                <a:solidFill>
                  <a:srgbClr val="252525"/>
                </a:solidFill>
                <a:latin typeface="Segoe UI"/>
                <a:cs typeface="Segoe UI"/>
              </a:rPr>
              <a:t>유스케이스</a:t>
            </a:r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 명세서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EA8FA626-B208-4B22-B1BE-0DE2BBAB1E5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83703" y="1828982"/>
          <a:ext cx="6049008" cy="3825248"/>
        </p:xfrm>
        <a:graphic>
          <a:graphicData uri="http://schemas.openxmlformats.org/drawingml/2006/table">
            <a:tbl>
              <a:tblPr/>
              <a:tblGrid>
                <a:gridCol w="1440133">
                  <a:extLst>
                    <a:ext uri="{9D8B030D-6E8A-4147-A177-3AD203B41FA5}">
                      <a16:colId xmlns:a16="http://schemas.microsoft.com/office/drawing/2014/main" val="1953147268"/>
                    </a:ext>
                  </a:extLst>
                </a:gridCol>
                <a:gridCol w="1440133">
                  <a:extLst>
                    <a:ext uri="{9D8B030D-6E8A-4147-A177-3AD203B41FA5}">
                      <a16:colId xmlns:a16="http://schemas.microsoft.com/office/drawing/2014/main" val="222029571"/>
                    </a:ext>
                  </a:extLst>
                </a:gridCol>
                <a:gridCol w="287796">
                  <a:extLst>
                    <a:ext uri="{9D8B030D-6E8A-4147-A177-3AD203B41FA5}">
                      <a16:colId xmlns:a16="http://schemas.microsoft.com/office/drawing/2014/main" val="2609043939"/>
                    </a:ext>
                  </a:extLst>
                </a:gridCol>
                <a:gridCol w="1440473">
                  <a:extLst>
                    <a:ext uri="{9D8B030D-6E8A-4147-A177-3AD203B41FA5}">
                      <a16:colId xmlns:a16="http://schemas.microsoft.com/office/drawing/2014/main" val="300934763"/>
                    </a:ext>
                  </a:extLst>
                </a:gridCol>
                <a:gridCol w="1440473">
                  <a:extLst>
                    <a:ext uri="{9D8B030D-6E8A-4147-A177-3AD203B41FA5}">
                      <a16:colId xmlns:a16="http://schemas.microsoft.com/office/drawing/2014/main" val="1111449044"/>
                    </a:ext>
                  </a:extLst>
                </a:gridCol>
              </a:tblGrid>
              <a:tr h="336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기능 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등록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식별 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UD-07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605599"/>
                  </a:ext>
                </a:extLst>
              </a:tr>
              <a:tr h="6303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개요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정보를 등록한다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강다은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722161"/>
                  </a:ext>
                </a:extLst>
              </a:tr>
              <a:tr h="336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액터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관리자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849585"/>
                  </a:ext>
                </a:extLst>
              </a:tr>
              <a:tr h="63035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기본 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정보를 입력한다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정보를 등록한다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31831"/>
                  </a:ext>
                </a:extLst>
              </a:tr>
              <a:tr h="9239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예외 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E1.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정보가 없을 경우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정보가 없는 것을 알리고 등록이 불가능하도록 한다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74602"/>
                  </a:ext>
                </a:extLst>
              </a:tr>
              <a:tr h="336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선행 조건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로그인이 되어있어야 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20625"/>
                  </a:ext>
                </a:extLst>
              </a:tr>
              <a:tr h="6303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후행 조건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일정이 정상적으로 등록되어 대회 일정 창에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보여져야한다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995228"/>
                  </a:ext>
                </a:extLst>
              </a:tr>
            </a:tbl>
          </a:graphicData>
        </a:graphic>
      </p:graphicFrame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57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 err="1">
                <a:solidFill>
                  <a:srgbClr val="252525"/>
                </a:solidFill>
                <a:latin typeface="Segoe UI"/>
                <a:cs typeface="Segoe UI"/>
              </a:rPr>
              <a:t>유스케이스</a:t>
            </a:r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51559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 err="1">
                <a:solidFill>
                  <a:srgbClr val="252525"/>
                </a:solidFill>
                <a:latin typeface="Segoe UI"/>
                <a:cs typeface="Segoe UI"/>
              </a:rPr>
              <a:t>유스케이스</a:t>
            </a:r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 명세서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EC1ABAE6-14E3-4BB3-A598-0B8341F337B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03085" y="1822376"/>
          <a:ext cx="5948307" cy="4030198"/>
        </p:xfrm>
        <a:graphic>
          <a:graphicData uri="http://schemas.openxmlformats.org/drawingml/2006/table">
            <a:tbl>
              <a:tblPr/>
              <a:tblGrid>
                <a:gridCol w="1416159">
                  <a:extLst>
                    <a:ext uri="{9D8B030D-6E8A-4147-A177-3AD203B41FA5}">
                      <a16:colId xmlns:a16="http://schemas.microsoft.com/office/drawing/2014/main" val="2728889584"/>
                    </a:ext>
                  </a:extLst>
                </a:gridCol>
                <a:gridCol w="1416159">
                  <a:extLst>
                    <a:ext uri="{9D8B030D-6E8A-4147-A177-3AD203B41FA5}">
                      <a16:colId xmlns:a16="http://schemas.microsoft.com/office/drawing/2014/main" val="1705622937"/>
                    </a:ext>
                  </a:extLst>
                </a:gridCol>
                <a:gridCol w="283005">
                  <a:extLst>
                    <a:ext uri="{9D8B030D-6E8A-4147-A177-3AD203B41FA5}">
                      <a16:colId xmlns:a16="http://schemas.microsoft.com/office/drawing/2014/main" val="484865711"/>
                    </a:ext>
                  </a:extLst>
                </a:gridCol>
                <a:gridCol w="1416492">
                  <a:extLst>
                    <a:ext uri="{9D8B030D-6E8A-4147-A177-3AD203B41FA5}">
                      <a16:colId xmlns:a16="http://schemas.microsoft.com/office/drawing/2014/main" val="1165234315"/>
                    </a:ext>
                  </a:extLst>
                </a:gridCol>
                <a:gridCol w="1416492">
                  <a:extLst>
                    <a:ext uri="{9D8B030D-6E8A-4147-A177-3AD203B41FA5}">
                      <a16:colId xmlns:a16="http://schemas.microsoft.com/office/drawing/2014/main" val="651142496"/>
                    </a:ext>
                  </a:extLst>
                </a:gridCol>
              </a:tblGrid>
              <a:tr h="4213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기능 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 삭제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식별 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UD-09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148702"/>
                  </a:ext>
                </a:extLst>
              </a:tr>
              <a:tr h="7887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개요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일정을 삭제한다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강다은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674782"/>
                  </a:ext>
                </a:extLst>
              </a:tr>
              <a:tr h="4213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액터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관리자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4228"/>
                  </a:ext>
                </a:extLst>
              </a:tr>
              <a:tr h="78877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기본 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삭제할 대회 일정을 선택한다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선택된 대회 일정을 삭제한다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56342"/>
                  </a:ext>
                </a:extLst>
              </a:tr>
              <a:tr h="7671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예외 시나리오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47512"/>
                  </a:ext>
                </a:extLst>
              </a:tr>
              <a:tr h="4213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선행 조건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일정이 조회되어야 한다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78984"/>
                  </a:ext>
                </a:extLst>
              </a:tr>
              <a:tr h="4213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후행 조건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대회 일정이 삭제되어야 한다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FC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86279"/>
                  </a:ext>
                </a:extLst>
              </a:tr>
            </a:tbl>
          </a:graphicData>
        </a:graphic>
      </p:graphicFrame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096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30625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클래스 다이어그램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3496C01-C1D6-49C0-8933-C2C17159A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46631"/>
            <a:ext cx="6124253" cy="387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39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0AEF165-66B3-4A7D-9E05-2BF14D09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256" y="999959"/>
            <a:ext cx="6186041" cy="553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04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30625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시퀀스 다이어그램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466DB16-FC81-4E8F-8CBB-2F474174B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939" y="1590428"/>
            <a:ext cx="6173977" cy="456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97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30625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액티비티 다이어그램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47F4B08-4500-4179-A8C4-555752E6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184" y="1574293"/>
            <a:ext cx="6134113" cy="437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15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30625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사용자 인터페이스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56834185-122A-4140-B7DF-B04AEFA3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48" y="1722347"/>
            <a:ext cx="16940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C9BBC3A-7E58-4156-8E9D-61C4AF9DF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51" y="1630154"/>
            <a:ext cx="6079961" cy="412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44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930" y="3886202"/>
            <a:ext cx="222885" cy="528955"/>
          </a:xfrm>
          <a:custGeom>
            <a:avLst/>
            <a:gdLst/>
            <a:ahLst/>
            <a:cxnLst/>
            <a:rect l="l" t="t" r="r" b="b"/>
            <a:pathLst>
              <a:path w="222885" h="528954">
                <a:moveTo>
                  <a:pt x="203581" y="0"/>
                </a:moveTo>
                <a:lnTo>
                  <a:pt x="1523" y="61975"/>
                </a:lnTo>
                <a:lnTo>
                  <a:pt x="0" y="90550"/>
                </a:lnTo>
                <a:lnTo>
                  <a:pt x="0" y="160400"/>
                </a:lnTo>
                <a:lnTo>
                  <a:pt x="4698" y="208025"/>
                </a:lnTo>
                <a:lnTo>
                  <a:pt x="7873" y="258825"/>
                </a:lnTo>
                <a:lnTo>
                  <a:pt x="15747" y="315975"/>
                </a:lnTo>
                <a:lnTo>
                  <a:pt x="23621" y="374776"/>
                </a:lnTo>
                <a:lnTo>
                  <a:pt x="31622" y="401827"/>
                </a:lnTo>
                <a:lnTo>
                  <a:pt x="39496" y="425576"/>
                </a:lnTo>
                <a:lnTo>
                  <a:pt x="50545" y="447801"/>
                </a:lnTo>
                <a:lnTo>
                  <a:pt x="59943" y="466851"/>
                </a:lnTo>
                <a:lnTo>
                  <a:pt x="74167" y="481202"/>
                </a:lnTo>
                <a:lnTo>
                  <a:pt x="85216" y="495426"/>
                </a:lnTo>
                <a:lnTo>
                  <a:pt x="99440" y="504951"/>
                </a:lnTo>
                <a:lnTo>
                  <a:pt x="112013" y="514476"/>
                </a:lnTo>
                <a:lnTo>
                  <a:pt x="124713" y="522477"/>
                </a:lnTo>
                <a:lnTo>
                  <a:pt x="135762" y="525652"/>
                </a:lnTo>
                <a:lnTo>
                  <a:pt x="148336" y="528827"/>
                </a:lnTo>
                <a:lnTo>
                  <a:pt x="167258" y="528827"/>
                </a:lnTo>
                <a:lnTo>
                  <a:pt x="190881" y="506602"/>
                </a:lnTo>
                <a:lnTo>
                  <a:pt x="190881" y="500252"/>
                </a:lnTo>
                <a:lnTo>
                  <a:pt x="160908" y="460501"/>
                </a:lnTo>
                <a:lnTo>
                  <a:pt x="145161" y="450976"/>
                </a:lnTo>
                <a:lnTo>
                  <a:pt x="135762" y="441451"/>
                </a:lnTo>
                <a:lnTo>
                  <a:pt x="115188" y="395477"/>
                </a:lnTo>
                <a:lnTo>
                  <a:pt x="110489" y="354202"/>
                </a:lnTo>
                <a:lnTo>
                  <a:pt x="105790" y="312800"/>
                </a:lnTo>
                <a:lnTo>
                  <a:pt x="105790" y="273176"/>
                </a:lnTo>
                <a:lnTo>
                  <a:pt x="108838" y="257301"/>
                </a:lnTo>
                <a:lnTo>
                  <a:pt x="110489" y="244601"/>
                </a:lnTo>
                <a:lnTo>
                  <a:pt x="113664" y="233425"/>
                </a:lnTo>
                <a:lnTo>
                  <a:pt x="116712" y="228726"/>
                </a:lnTo>
                <a:lnTo>
                  <a:pt x="119887" y="225551"/>
                </a:lnTo>
                <a:lnTo>
                  <a:pt x="221846" y="225551"/>
                </a:lnTo>
                <a:lnTo>
                  <a:pt x="222503" y="214375"/>
                </a:lnTo>
                <a:lnTo>
                  <a:pt x="222503" y="185800"/>
                </a:lnTo>
                <a:lnTo>
                  <a:pt x="220980" y="152400"/>
                </a:lnTo>
                <a:lnTo>
                  <a:pt x="214630" y="81025"/>
                </a:lnTo>
                <a:lnTo>
                  <a:pt x="206756" y="23875"/>
                </a:lnTo>
                <a:lnTo>
                  <a:pt x="203581" y="0"/>
                </a:lnTo>
                <a:close/>
              </a:path>
              <a:path w="222885" h="528954">
                <a:moveTo>
                  <a:pt x="221846" y="225551"/>
                </a:moveTo>
                <a:lnTo>
                  <a:pt x="121538" y="225551"/>
                </a:lnTo>
                <a:lnTo>
                  <a:pt x="126237" y="231901"/>
                </a:lnTo>
                <a:lnTo>
                  <a:pt x="135762" y="247776"/>
                </a:lnTo>
                <a:lnTo>
                  <a:pt x="143637" y="268350"/>
                </a:lnTo>
                <a:lnTo>
                  <a:pt x="153034" y="312800"/>
                </a:lnTo>
                <a:lnTo>
                  <a:pt x="159384" y="330326"/>
                </a:lnTo>
                <a:lnTo>
                  <a:pt x="164083" y="347725"/>
                </a:lnTo>
                <a:lnTo>
                  <a:pt x="168909" y="354202"/>
                </a:lnTo>
                <a:lnTo>
                  <a:pt x="171957" y="358901"/>
                </a:lnTo>
                <a:lnTo>
                  <a:pt x="178307" y="362076"/>
                </a:lnTo>
                <a:lnTo>
                  <a:pt x="183006" y="363727"/>
                </a:lnTo>
                <a:lnTo>
                  <a:pt x="187832" y="362076"/>
                </a:lnTo>
                <a:lnTo>
                  <a:pt x="192531" y="360552"/>
                </a:lnTo>
                <a:lnTo>
                  <a:pt x="195706" y="354202"/>
                </a:lnTo>
                <a:lnTo>
                  <a:pt x="201930" y="349376"/>
                </a:lnTo>
                <a:lnTo>
                  <a:pt x="206756" y="335025"/>
                </a:lnTo>
                <a:lnTo>
                  <a:pt x="212978" y="315975"/>
                </a:lnTo>
                <a:lnTo>
                  <a:pt x="219328" y="268350"/>
                </a:lnTo>
                <a:lnTo>
                  <a:pt x="221846" y="225551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60971" y="6079237"/>
            <a:ext cx="2388235" cy="277495"/>
          </a:xfrm>
          <a:custGeom>
            <a:avLst/>
            <a:gdLst/>
            <a:ahLst/>
            <a:cxnLst/>
            <a:rect l="l" t="t" r="r" b="b"/>
            <a:pathLst>
              <a:path w="2388235" h="277495">
                <a:moveTo>
                  <a:pt x="1193291" y="0"/>
                </a:moveTo>
                <a:lnTo>
                  <a:pt x="1072641" y="1587"/>
                </a:lnTo>
                <a:lnTo>
                  <a:pt x="728344" y="11099"/>
                </a:lnTo>
                <a:lnTo>
                  <a:pt x="623569" y="19024"/>
                </a:lnTo>
                <a:lnTo>
                  <a:pt x="526795" y="23774"/>
                </a:lnTo>
                <a:lnTo>
                  <a:pt x="434720" y="33286"/>
                </a:lnTo>
                <a:lnTo>
                  <a:pt x="272922" y="52298"/>
                </a:lnTo>
                <a:lnTo>
                  <a:pt x="203072" y="63398"/>
                </a:lnTo>
                <a:lnTo>
                  <a:pt x="144398" y="74498"/>
                </a:lnTo>
                <a:lnTo>
                  <a:pt x="93598" y="87172"/>
                </a:lnTo>
                <a:lnTo>
                  <a:pt x="53949" y="99847"/>
                </a:lnTo>
                <a:lnTo>
                  <a:pt x="38087" y="104609"/>
                </a:lnTo>
                <a:lnTo>
                  <a:pt x="23799" y="112534"/>
                </a:lnTo>
                <a:lnTo>
                  <a:pt x="14274" y="117284"/>
                </a:lnTo>
                <a:lnTo>
                  <a:pt x="1587" y="133134"/>
                </a:lnTo>
                <a:lnTo>
                  <a:pt x="0" y="139471"/>
                </a:lnTo>
                <a:lnTo>
                  <a:pt x="1587" y="147396"/>
                </a:lnTo>
                <a:lnTo>
                  <a:pt x="14274" y="160083"/>
                </a:lnTo>
                <a:lnTo>
                  <a:pt x="53949" y="180682"/>
                </a:lnTo>
                <a:lnTo>
                  <a:pt x="93598" y="193370"/>
                </a:lnTo>
                <a:lnTo>
                  <a:pt x="144398" y="206044"/>
                </a:lnTo>
                <a:lnTo>
                  <a:pt x="203072" y="217144"/>
                </a:lnTo>
                <a:lnTo>
                  <a:pt x="272922" y="228231"/>
                </a:lnTo>
                <a:lnTo>
                  <a:pt x="350647" y="237743"/>
                </a:lnTo>
                <a:lnTo>
                  <a:pt x="526795" y="255181"/>
                </a:lnTo>
                <a:lnTo>
                  <a:pt x="728344" y="267855"/>
                </a:lnTo>
                <a:lnTo>
                  <a:pt x="839469" y="272618"/>
                </a:lnTo>
                <a:lnTo>
                  <a:pt x="952119" y="275780"/>
                </a:lnTo>
                <a:lnTo>
                  <a:pt x="1072641" y="277367"/>
                </a:lnTo>
                <a:lnTo>
                  <a:pt x="1315465" y="277367"/>
                </a:lnTo>
                <a:lnTo>
                  <a:pt x="1432814" y="275780"/>
                </a:lnTo>
                <a:lnTo>
                  <a:pt x="1548638" y="272618"/>
                </a:lnTo>
                <a:lnTo>
                  <a:pt x="1658239" y="267855"/>
                </a:lnTo>
                <a:lnTo>
                  <a:pt x="1861312" y="255181"/>
                </a:lnTo>
                <a:lnTo>
                  <a:pt x="2037461" y="237743"/>
                </a:lnTo>
                <a:lnTo>
                  <a:pt x="2115185" y="228231"/>
                </a:lnTo>
                <a:lnTo>
                  <a:pt x="2181860" y="217144"/>
                </a:lnTo>
                <a:lnTo>
                  <a:pt x="2243709" y="206044"/>
                </a:lnTo>
                <a:lnTo>
                  <a:pt x="2292858" y="193370"/>
                </a:lnTo>
                <a:lnTo>
                  <a:pt x="2332609" y="180682"/>
                </a:lnTo>
                <a:lnTo>
                  <a:pt x="2373884" y="160083"/>
                </a:lnTo>
                <a:lnTo>
                  <a:pt x="2388108" y="139471"/>
                </a:lnTo>
                <a:lnTo>
                  <a:pt x="2386584" y="133134"/>
                </a:lnTo>
                <a:lnTo>
                  <a:pt x="2373884" y="117284"/>
                </a:lnTo>
                <a:lnTo>
                  <a:pt x="2362708" y="112534"/>
                </a:lnTo>
                <a:lnTo>
                  <a:pt x="2350008" y="104609"/>
                </a:lnTo>
                <a:lnTo>
                  <a:pt x="2332609" y="99847"/>
                </a:lnTo>
                <a:lnTo>
                  <a:pt x="2292858" y="87172"/>
                </a:lnTo>
                <a:lnTo>
                  <a:pt x="2243709" y="74498"/>
                </a:lnTo>
                <a:lnTo>
                  <a:pt x="2181860" y="63398"/>
                </a:lnTo>
                <a:lnTo>
                  <a:pt x="2115185" y="52298"/>
                </a:lnTo>
                <a:lnTo>
                  <a:pt x="1953387" y="33286"/>
                </a:lnTo>
                <a:lnTo>
                  <a:pt x="1861312" y="23774"/>
                </a:lnTo>
                <a:lnTo>
                  <a:pt x="1762887" y="19024"/>
                </a:lnTo>
                <a:lnTo>
                  <a:pt x="1658239" y="11099"/>
                </a:lnTo>
                <a:lnTo>
                  <a:pt x="1315465" y="1587"/>
                </a:lnTo>
                <a:lnTo>
                  <a:pt x="1193291" y="0"/>
                </a:lnTo>
                <a:close/>
              </a:path>
            </a:pathLst>
          </a:custGeom>
          <a:solidFill>
            <a:srgbClr val="D1D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819" y="806195"/>
            <a:ext cx="1143000" cy="1295400"/>
          </a:xfrm>
          <a:custGeom>
            <a:avLst/>
            <a:gdLst/>
            <a:ahLst/>
            <a:cxnLst/>
            <a:rect l="l" t="t" r="r" b="b"/>
            <a:pathLst>
              <a:path w="1143000" h="1295400">
                <a:moveTo>
                  <a:pt x="411099" y="41275"/>
                </a:moveTo>
                <a:lnTo>
                  <a:pt x="376174" y="41275"/>
                </a:lnTo>
                <a:lnTo>
                  <a:pt x="361950" y="42799"/>
                </a:lnTo>
                <a:lnTo>
                  <a:pt x="346075" y="45974"/>
                </a:lnTo>
                <a:lnTo>
                  <a:pt x="328549" y="52324"/>
                </a:lnTo>
                <a:lnTo>
                  <a:pt x="309499" y="58674"/>
                </a:lnTo>
                <a:lnTo>
                  <a:pt x="268224" y="80899"/>
                </a:lnTo>
                <a:lnTo>
                  <a:pt x="200025" y="134874"/>
                </a:lnTo>
                <a:lnTo>
                  <a:pt x="172974" y="165100"/>
                </a:lnTo>
                <a:lnTo>
                  <a:pt x="149225" y="198374"/>
                </a:lnTo>
                <a:lnTo>
                  <a:pt x="130175" y="231775"/>
                </a:lnTo>
                <a:lnTo>
                  <a:pt x="104775" y="298450"/>
                </a:lnTo>
                <a:lnTo>
                  <a:pt x="90424" y="363474"/>
                </a:lnTo>
                <a:lnTo>
                  <a:pt x="87249" y="395224"/>
                </a:lnTo>
                <a:lnTo>
                  <a:pt x="80899" y="455549"/>
                </a:lnTo>
                <a:lnTo>
                  <a:pt x="76200" y="511175"/>
                </a:lnTo>
                <a:lnTo>
                  <a:pt x="66675" y="557149"/>
                </a:lnTo>
                <a:lnTo>
                  <a:pt x="49149" y="593725"/>
                </a:lnTo>
                <a:lnTo>
                  <a:pt x="38100" y="611124"/>
                </a:lnTo>
                <a:lnTo>
                  <a:pt x="30099" y="633349"/>
                </a:lnTo>
                <a:lnTo>
                  <a:pt x="22225" y="657225"/>
                </a:lnTo>
                <a:lnTo>
                  <a:pt x="14224" y="685800"/>
                </a:lnTo>
                <a:lnTo>
                  <a:pt x="9525" y="715899"/>
                </a:lnTo>
                <a:lnTo>
                  <a:pt x="6350" y="747649"/>
                </a:lnTo>
                <a:lnTo>
                  <a:pt x="1524" y="781050"/>
                </a:lnTo>
                <a:lnTo>
                  <a:pt x="0" y="815975"/>
                </a:lnTo>
                <a:lnTo>
                  <a:pt x="0" y="880999"/>
                </a:lnTo>
                <a:lnTo>
                  <a:pt x="3175" y="944499"/>
                </a:lnTo>
                <a:lnTo>
                  <a:pt x="12700" y="996950"/>
                </a:lnTo>
                <a:lnTo>
                  <a:pt x="25400" y="1038225"/>
                </a:lnTo>
                <a:lnTo>
                  <a:pt x="55499" y="1090549"/>
                </a:lnTo>
                <a:lnTo>
                  <a:pt x="76200" y="1114425"/>
                </a:lnTo>
                <a:lnTo>
                  <a:pt x="95250" y="1138174"/>
                </a:lnTo>
                <a:lnTo>
                  <a:pt x="176149" y="1203325"/>
                </a:lnTo>
                <a:lnTo>
                  <a:pt x="244475" y="1238250"/>
                </a:lnTo>
                <a:lnTo>
                  <a:pt x="282575" y="1252474"/>
                </a:lnTo>
                <a:lnTo>
                  <a:pt x="323850" y="1265174"/>
                </a:lnTo>
                <a:lnTo>
                  <a:pt x="368300" y="1274699"/>
                </a:lnTo>
                <a:lnTo>
                  <a:pt x="415925" y="1284224"/>
                </a:lnTo>
                <a:lnTo>
                  <a:pt x="520700" y="1293749"/>
                </a:lnTo>
                <a:lnTo>
                  <a:pt x="576199" y="1295400"/>
                </a:lnTo>
                <a:lnTo>
                  <a:pt x="635000" y="1293749"/>
                </a:lnTo>
                <a:lnTo>
                  <a:pt x="688975" y="1289050"/>
                </a:lnTo>
                <a:lnTo>
                  <a:pt x="739775" y="1279525"/>
                </a:lnTo>
                <a:lnTo>
                  <a:pt x="785749" y="1271524"/>
                </a:lnTo>
                <a:lnTo>
                  <a:pt x="830199" y="1258824"/>
                </a:lnTo>
                <a:lnTo>
                  <a:pt x="909574" y="1227074"/>
                </a:lnTo>
                <a:lnTo>
                  <a:pt x="973074" y="1190625"/>
                </a:lnTo>
                <a:lnTo>
                  <a:pt x="1027049" y="1149350"/>
                </a:lnTo>
                <a:lnTo>
                  <a:pt x="1084199" y="1089025"/>
                </a:lnTo>
                <a:lnTo>
                  <a:pt x="1108075" y="1052449"/>
                </a:lnTo>
                <a:lnTo>
                  <a:pt x="1122299" y="1009650"/>
                </a:lnTo>
                <a:lnTo>
                  <a:pt x="1134999" y="954024"/>
                </a:lnTo>
                <a:lnTo>
                  <a:pt x="1141349" y="889000"/>
                </a:lnTo>
                <a:lnTo>
                  <a:pt x="1143000" y="854075"/>
                </a:lnTo>
                <a:lnTo>
                  <a:pt x="1143000" y="784225"/>
                </a:lnTo>
                <a:lnTo>
                  <a:pt x="1138174" y="717550"/>
                </a:lnTo>
                <a:lnTo>
                  <a:pt x="1130300" y="658749"/>
                </a:lnTo>
                <a:lnTo>
                  <a:pt x="1114425" y="611124"/>
                </a:lnTo>
                <a:lnTo>
                  <a:pt x="1100074" y="576199"/>
                </a:lnTo>
                <a:lnTo>
                  <a:pt x="1095375" y="560324"/>
                </a:lnTo>
                <a:lnTo>
                  <a:pt x="1092200" y="541274"/>
                </a:lnTo>
                <a:lnTo>
                  <a:pt x="1092200" y="522224"/>
                </a:lnTo>
                <a:lnTo>
                  <a:pt x="1095375" y="477774"/>
                </a:lnTo>
                <a:lnTo>
                  <a:pt x="1095375" y="400050"/>
                </a:lnTo>
                <a:lnTo>
                  <a:pt x="1084199" y="341249"/>
                </a:lnTo>
                <a:lnTo>
                  <a:pt x="1061974" y="277749"/>
                </a:lnTo>
                <a:lnTo>
                  <a:pt x="1042924" y="242824"/>
                </a:lnTo>
                <a:lnTo>
                  <a:pt x="1019175" y="206375"/>
                </a:lnTo>
                <a:lnTo>
                  <a:pt x="990600" y="166624"/>
                </a:lnTo>
                <a:lnTo>
                  <a:pt x="946150" y="118999"/>
                </a:lnTo>
                <a:lnTo>
                  <a:pt x="898525" y="80899"/>
                </a:lnTo>
                <a:lnTo>
                  <a:pt x="852424" y="49149"/>
                </a:lnTo>
                <a:lnTo>
                  <a:pt x="842323" y="44450"/>
                </a:lnTo>
                <a:lnTo>
                  <a:pt x="430149" y="44450"/>
                </a:lnTo>
                <a:lnTo>
                  <a:pt x="426974" y="42799"/>
                </a:lnTo>
                <a:lnTo>
                  <a:pt x="411099" y="41275"/>
                </a:lnTo>
                <a:close/>
              </a:path>
              <a:path w="1143000" h="1295400">
                <a:moveTo>
                  <a:pt x="665099" y="0"/>
                </a:moveTo>
                <a:lnTo>
                  <a:pt x="622300" y="0"/>
                </a:lnTo>
                <a:lnTo>
                  <a:pt x="582549" y="3175"/>
                </a:lnTo>
                <a:lnTo>
                  <a:pt x="485775" y="23749"/>
                </a:lnTo>
                <a:lnTo>
                  <a:pt x="444500" y="38100"/>
                </a:lnTo>
                <a:lnTo>
                  <a:pt x="430149" y="44450"/>
                </a:lnTo>
                <a:lnTo>
                  <a:pt x="842323" y="44450"/>
                </a:lnTo>
                <a:lnTo>
                  <a:pt x="804799" y="28575"/>
                </a:lnTo>
                <a:lnTo>
                  <a:pt x="757174" y="12700"/>
                </a:lnTo>
                <a:lnTo>
                  <a:pt x="711200" y="3175"/>
                </a:lnTo>
                <a:lnTo>
                  <a:pt x="665099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414" y="943355"/>
            <a:ext cx="826135" cy="1051560"/>
          </a:xfrm>
          <a:custGeom>
            <a:avLst/>
            <a:gdLst/>
            <a:ahLst/>
            <a:cxnLst/>
            <a:rect l="l" t="t" r="r" b="b"/>
            <a:pathLst>
              <a:path w="826135" h="1051560">
                <a:moveTo>
                  <a:pt x="536956" y="0"/>
                </a:moveTo>
                <a:lnTo>
                  <a:pt x="287528" y="0"/>
                </a:lnTo>
                <a:lnTo>
                  <a:pt x="255778" y="4699"/>
                </a:lnTo>
                <a:lnTo>
                  <a:pt x="196977" y="23749"/>
                </a:lnTo>
                <a:lnTo>
                  <a:pt x="141350" y="52324"/>
                </a:lnTo>
                <a:lnTo>
                  <a:pt x="93725" y="93599"/>
                </a:lnTo>
                <a:lnTo>
                  <a:pt x="55625" y="141097"/>
                </a:lnTo>
                <a:lnTo>
                  <a:pt x="25400" y="193548"/>
                </a:lnTo>
                <a:lnTo>
                  <a:pt x="6350" y="255397"/>
                </a:lnTo>
                <a:lnTo>
                  <a:pt x="0" y="318770"/>
                </a:lnTo>
                <a:lnTo>
                  <a:pt x="0" y="729615"/>
                </a:lnTo>
                <a:lnTo>
                  <a:pt x="6350" y="794639"/>
                </a:lnTo>
                <a:lnTo>
                  <a:pt x="25400" y="854837"/>
                </a:lnTo>
                <a:lnTo>
                  <a:pt x="55625" y="910463"/>
                </a:lnTo>
                <a:lnTo>
                  <a:pt x="93725" y="957961"/>
                </a:lnTo>
                <a:lnTo>
                  <a:pt x="141350" y="996061"/>
                </a:lnTo>
                <a:lnTo>
                  <a:pt x="196977" y="1024636"/>
                </a:lnTo>
                <a:lnTo>
                  <a:pt x="255778" y="1043686"/>
                </a:lnTo>
                <a:lnTo>
                  <a:pt x="320929" y="1051560"/>
                </a:lnTo>
                <a:lnTo>
                  <a:pt x="503555" y="1051560"/>
                </a:lnTo>
                <a:lnTo>
                  <a:pt x="568706" y="1043686"/>
                </a:lnTo>
                <a:lnTo>
                  <a:pt x="629031" y="1024636"/>
                </a:lnTo>
                <a:lnTo>
                  <a:pt x="684657" y="996061"/>
                </a:lnTo>
                <a:lnTo>
                  <a:pt x="732282" y="957961"/>
                </a:lnTo>
                <a:lnTo>
                  <a:pt x="770382" y="910463"/>
                </a:lnTo>
                <a:lnTo>
                  <a:pt x="798957" y="854837"/>
                </a:lnTo>
                <a:lnTo>
                  <a:pt x="818007" y="794639"/>
                </a:lnTo>
                <a:lnTo>
                  <a:pt x="826007" y="729615"/>
                </a:lnTo>
                <a:lnTo>
                  <a:pt x="826007" y="318770"/>
                </a:lnTo>
                <a:lnTo>
                  <a:pt x="818007" y="255397"/>
                </a:lnTo>
                <a:lnTo>
                  <a:pt x="798957" y="193548"/>
                </a:lnTo>
                <a:lnTo>
                  <a:pt x="770382" y="141097"/>
                </a:lnTo>
                <a:lnTo>
                  <a:pt x="732282" y="93599"/>
                </a:lnTo>
                <a:lnTo>
                  <a:pt x="684657" y="52324"/>
                </a:lnTo>
                <a:lnTo>
                  <a:pt x="656082" y="38100"/>
                </a:lnTo>
                <a:lnTo>
                  <a:pt x="629031" y="23749"/>
                </a:lnTo>
                <a:lnTo>
                  <a:pt x="598805" y="12700"/>
                </a:lnTo>
                <a:lnTo>
                  <a:pt x="568706" y="4699"/>
                </a:lnTo>
                <a:lnTo>
                  <a:pt x="536956" y="0"/>
                </a:lnTo>
                <a:close/>
              </a:path>
            </a:pathLst>
          </a:custGeom>
          <a:solidFill>
            <a:srgbClr val="4D4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784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5752" y="0"/>
                </a:lnTo>
                <a:lnTo>
                  <a:pt x="44576" y="1650"/>
                </a:lnTo>
                <a:lnTo>
                  <a:pt x="33400" y="4825"/>
                </a:lnTo>
                <a:lnTo>
                  <a:pt x="23875" y="9525"/>
                </a:lnTo>
                <a:lnTo>
                  <a:pt x="17525" y="17525"/>
                </a:lnTo>
                <a:lnTo>
                  <a:pt x="9525" y="23875"/>
                </a:lnTo>
                <a:lnTo>
                  <a:pt x="317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3175" y="147955"/>
                </a:lnTo>
                <a:lnTo>
                  <a:pt x="9525" y="159004"/>
                </a:lnTo>
                <a:lnTo>
                  <a:pt x="17525" y="165354"/>
                </a:lnTo>
                <a:lnTo>
                  <a:pt x="23875" y="173355"/>
                </a:lnTo>
                <a:lnTo>
                  <a:pt x="33400" y="178054"/>
                </a:lnTo>
                <a:lnTo>
                  <a:pt x="44576" y="181229"/>
                </a:lnTo>
                <a:lnTo>
                  <a:pt x="55752" y="182880"/>
                </a:lnTo>
                <a:lnTo>
                  <a:pt x="87502" y="182880"/>
                </a:lnTo>
                <a:lnTo>
                  <a:pt x="127381" y="165354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27381" y="17525"/>
                </a:lnTo>
                <a:lnTo>
                  <a:pt x="97155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9792" y="1440180"/>
            <a:ext cx="143510" cy="182880"/>
          </a:xfrm>
          <a:custGeom>
            <a:avLst/>
            <a:gdLst/>
            <a:ahLst/>
            <a:cxnLst/>
            <a:rect l="l" t="t" r="r" b="b"/>
            <a:pathLst>
              <a:path w="143510" h="182880">
                <a:moveTo>
                  <a:pt x="87502" y="0"/>
                </a:moveTo>
                <a:lnTo>
                  <a:pt x="54101" y="0"/>
                </a:lnTo>
                <a:lnTo>
                  <a:pt x="42925" y="1650"/>
                </a:lnTo>
                <a:lnTo>
                  <a:pt x="35051" y="4825"/>
                </a:lnTo>
                <a:lnTo>
                  <a:pt x="23875" y="9525"/>
                </a:lnTo>
                <a:lnTo>
                  <a:pt x="15875" y="17525"/>
                </a:lnTo>
                <a:lnTo>
                  <a:pt x="8000" y="23875"/>
                </a:lnTo>
                <a:lnTo>
                  <a:pt x="4825" y="33400"/>
                </a:lnTo>
                <a:lnTo>
                  <a:pt x="1650" y="44577"/>
                </a:lnTo>
                <a:lnTo>
                  <a:pt x="0" y="55625"/>
                </a:lnTo>
                <a:lnTo>
                  <a:pt x="0" y="127254"/>
                </a:lnTo>
                <a:lnTo>
                  <a:pt x="1650" y="138303"/>
                </a:lnTo>
                <a:lnTo>
                  <a:pt x="4825" y="147955"/>
                </a:lnTo>
                <a:lnTo>
                  <a:pt x="8000" y="159004"/>
                </a:lnTo>
                <a:lnTo>
                  <a:pt x="15875" y="165354"/>
                </a:lnTo>
                <a:lnTo>
                  <a:pt x="23875" y="173355"/>
                </a:lnTo>
                <a:lnTo>
                  <a:pt x="35051" y="178054"/>
                </a:lnTo>
                <a:lnTo>
                  <a:pt x="42925" y="181229"/>
                </a:lnTo>
                <a:lnTo>
                  <a:pt x="54101" y="182880"/>
                </a:lnTo>
                <a:lnTo>
                  <a:pt x="87502" y="182880"/>
                </a:lnTo>
                <a:lnTo>
                  <a:pt x="98679" y="181229"/>
                </a:lnTo>
                <a:lnTo>
                  <a:pt x="108204" y="178054"/>
                </a:lnTo>
                <a:lnTo>
                  <a:pt x="117729" y="173355"/>
                </a:lnTo>
                <a:lnTo>
                  <a:pt x="125730" y="165354"/>
                </a:lnTo>
                <a:lnTo>
                  <a:pt x="133731" y="159004"/>
                </a:lnTo>
                <a:lnTo>
                  <a:pt x="136906" y="147955"/>
                </a:lnTo>
                <a:lnTo>
                  <a:pt x="141605" y="138303"/>
                </a:lnTo>
                <a:lnTo>
                  <a:pt x="143256" y="127254"/>
                </a:lnTo>
                <a:lnTo>
                  <a:pt x="143256" y="55625"/>
                </a:lnTo>
                <a:lnTo>
                  <a:pt x="141605" y="44577"/>
                </a:lnTo>
                <a:lnTo>
                  <a:pt x="136906" y="33400"/>
                </a:lnTo>
                <a:lnTo>
                  <a:pt x="133731" y="23875"/>
                </a:lnTo>
                <a:lnTo>
                  <a:pt x="125730" y="17525"/>
                </a:lnTo>
                <a:lnTo>
                  <a:pt x="117729" y="9525"/>
                </a:lnTo>
                <a:lnTo>
                  <a:pt x="108204" y="4825"/>
                </a:lnTo>
                <a:lnTo>
                  <a:pt x="98679" y="1650"/>
                </a:lnTo>
                <a:lnTo>
                  <a:pt x="87502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166" y="1751075"/>
            <a:ext cx="220979" cy="44450"/>
          </a:xfrm>
          <a:custGeom>
            <a:avLst/>
            <a:gdLst/>
            <a:ahLst/>
            <a:cxnLst/>
            <a:rect l="l" t="t" r="r" b="b"/>
            <a:pathLst>
              <a:path w="220980" h="44450">
                <a:moveTo>
                  <a:pt x="0" y="44196"/>
                </a:moveTo>
                <a:lnTo>
                  <a:pt x="220980" y="44196"/>
                </a:lnTo>
                <a:lnTo>
                  <a:pt x="220980" y="0"/>
                </a:lnTo>
                <a:lnTo>
                  <a:pt x="0" y="0"/>
                </a:lnTo>
                <a:lnTo>
                  <a:pt x="0" y="44196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7166" y="2019302"/>
            <a:ext cx="220979" cy="177165"/>
          </a:xfrm>
          <a:custGeom>
            <a:avLst/>
            <a:gdLst/>
            <a:ahLst/>
            <a:cxnLst/>
            <a:rect l="l" t="t" r="r" b="b"/>
            <a:pathLst>
              <a:path w="220980" h="177164">
                <a:moveTo>
                  <a:pt x="0" y="176784"/>
                </a:moveTo>
                <a:lnTo>
                  <a:pt x="220980" y="176784"/>
                </a:lnTo>
                <a:lnTo>
                  <a:pt x="220980" y="0"/>
                </a:lnTo>
                <a:lnTo>
                  <a:pt x="0" y="0"/>
                </a:lnTo>
                <a:lnTo>
                  <a:pt x="0" y="176784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66" y="1795272"/>
            <a:ext cx="220979" cy="224154"/>
          </a:xfrm>
          <a:custGeom>
            <a:avLst/>
            <a:gdLst/>
            <a:ahLst/>
            <a:cxnLst/>
            <a:rect l="l" t="t" r="r" b="b"/>
            <a:pathLst>
              <a:path w="220980" h="224155">
                <a:moveTo>
                  <a:pt x="0" y="224027"/>
                </a:moveTo>
                <a:lnTo>
                  <a:pt x="220980" y="224027"/>
                </a:lnTo>
                <a:lnTo>
                  <a:pt x="220980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5414" y="873253"/>
            <a:ext cx="826135" cy="1054735"/>
          </a:xfrm>
          <a:custGeom>
            <a:avLst/>
            <a:gdLst/>
            <a:ahLst/>
            <a:cxnLst/>
            <a:rect l="l" t="t" r="r" b="b"/>
            <a:pathLst>
              <a:path w="826135" h="1054735">
                <a:moveTo>
                  <a:pt x="503555" y="0"/>
                </a:moveTo>
                <a:lnTo>
                  <a:pt x="320929" y="0"/>
                </a:lnTo>
                <a:lnTo>
                  <a:pt x="287528" y="1650"/>
                </a:lnTo>
                <a:lnTo>
                  <a:pt x="227203" y="14350"/>
                </a:lnTo>
                <a:lnTo>
                  <a:pt x="168402" y="39750"/>
                </a:lnTo>
                <a:lnTo>
                  <a:pt x="115950" y="73025"/>
                </a:lnTo>
                <a:lnTo>
                  <a:pt x="74675" y="117475"/>
                </a:lnTo>
                <a:lnTo>
                  <a:pt x="39750" y="168401"/>
                </a:lnTo>
                <a:lnTo>
                  <a:pt x="15875" y="225551"/>
                </a:lnTo>
                <a:lnTo>
                  <a:pt x="1650" y="287527"/>
                </a:lnTo>
                <a:lnTo>
                  <a:pt x="0" y="320801"/>
                </a:lnTo>
                <a:lnTo>
                  <a:pt x="0" y="732155"/>
                </a:lnTo>
                <a:lnTo>
                  <a:pt x="6350" y="797306"/>
                </a:lnTo>
                <a:lnTo>
                  <a:pt x="25400" y="857631"/>
                </a:lnTo>
                <a:lnTo>
                  <a:pt x="55625" y="913257"/>
                </a:lnTo>
                <a:lnTo>
                  <a:pt x="93725" y="959358"/>
                </a:lnTo>
                <a:lnTo>
                  <a:pt x="141350" y="998982"/>
                </a:lnTo>
                <a:lnTo>
                  <a:pt x="196977" y="1029208"/>
                </a:lnTo>
                <a:lnTo>
                  <a:pt x="255778" y="1046607"/>
                </a:lnTo>
                <a:lnTo>
                  <a:pt x="320929" y="1054608"/>
                </a:lnTo>
                <a:lnTo>
                  <a:pt x="503555" y="1054608"/>
                </a:lnTo>
                <a:lnTo>
                  <a:pt x="568706" y="1046607"/>
                </a:lnTo>
                <a:lnTo>
                  <a:pt x="629031" y="1029208"/>
                </a:lnTo>
                <a:lnTo>
                  <a:pt x="684657" y="998982"/>
                </a:lnTo>
                <a:lnTo>
                  <a:pt x="732282" y="959358"/>
                </a:lnTo>
                <a:lnTo>
                  <a:pt x="770382" y="913257"/>
                </a:lnTo>
                <a:lnTo>
                  <a:pt x="798957" y="857631"/>
                </a:lnTo>
                <a:lnTo>
                  <a:pt x="818007" y="797306"/>
                </a:lnTo>
                <a:lnTo>
                  <a:pt x="826007" y="732155"/>
                </a:lnTo>
                <a:lnTo>
                  <a:pt x="826007" y="320801"/>
                </a:lnTo>
                <a:lnTo>
                  <a:pt x="818007" y="257301"/>
                </a:lnTo>
                <a:lnTo>
                  <a:pt x="798957" y="196976"/>
                </a:lnTo>
                <a:lnTo>
                  <a:pt x="770382" y="143001"/>
                </a:lnTo>
                <a:lnTo>
                  <a:pt x="732282" y="95250"/>
                </a:lnTo>
                <a:lnTo>
                  <a:pt x="684657" y="55625"/>
                </a:lnTo>
                <a:lnTo>
                  <a:pt x="629031" y="25400"/>
                </a:lnTo>
                <a:lnTo>
                  <a:pt x="568706" y="6350"/>
                </a:lnTo>
                <a:lnTo>
                  <a:pt x="503555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858" y="838202"/>
            <a:ext cx="748665" cy="550545"/>
          </a:xfrm>
          <a:custGeom>
            <a:avLst/>
            <a:gdLst/>
            <a:ahLst/>
            <a:cxnLst/>
            <a:rect l="l" t="t" r="r" b="b"/>
            <a:pathLst>
              <a:path w="748664" h="550544">
                <a:moveTo>
                  <a:pt x="306578" y="0"/>
                </a:moveTo>
                <a:lnTo>
                  <a:pt x="227203" y="0"/>
                </a:lnTo>
                <a:lnTo>
                  <a:pt x="84200" y="34925"/>
                </a:lnTo>
                <a:lnTo>
                  <a:pt x="0" y="76073"/>
                </a:lnTo>
                <a:lnTo>
                  <a:pt x="4825" y="91948"/>
                </a:lnTo>
                <a:lnTo>
                  <a:pt x="23875" y="130048"/>
                </a:lnTo>
                <a:lnTo>
                  <a:pt x="53975" y="180721"/>
                </a:lnTo>
                <a:lnTo>
                  <a:pt x="95377" y="231521"/>
                </a:lnTo>
                <a:lnTo>
                  <a:pt x="144525" y="266319"/>
                </a:lnTo>
                <a:lnTo>
                  <a:pt x="198628" y="283845"/>
                </a:lnTo>
                <a:lnTo>
                  <a:pt x="224028" y="293370"/>
                </a:lnTo>
                <a:lnTo>
                  <a:pt x="279654" y="315467"/>
                </a:lnTo>
                <a:lnTo>
                  <a:pt x="333629" y="351916"/>
                </a:lnTo>
                <a:lnTo>
                  <a:pt x="363855" y="377316"/>
                </a:lnTo>
                <a:lnTo>
                  <a:pt x="397129" y="404240"/>
                </a:lnTo>
                <a:lnTo>
                  <a:pt x="432181" y="431291"/>
                </a:lnTo>
                <a:lnTo>
                  <a:pt x="468630" y="458215"/>
                </a:lnTo>
                <a:lnTo>
                  <a:pt x="506856" y="481964"/>
                </a:lnTo>
                <a:lnTo>
                  <a:pt x="544957" y="502538"/>
                </a:lnTo>
                <a:lnTo>
                  <a:pt x="565531" y="508888"/>
                </a:lnTo>
                <a:lnTo>
                  <a:pt x="584708" y="516889"/>
                </a:lnTo>
                <a:lnTo>
                  <a:pt x="621157" y="527938"/>
                </a:lnTo>
                <a:lnTo>
                  <a:pt x="654558" y="535939"/>
                </a:lnTo>
                <a:lnTo>
                  <a:pt x="705358" y="546988"/>
                </a:lnTo>
                <a:lnTo>
                  <a:pt x="737108" y="550163"/>
                </a:lnTo>
                <a:lnTo>
                  <a:pt x="748284" y="550163"/>
                </a:lnTo>
                <a:lnTo>
                  <a:pt x="719709" y="267970"/>
                </a:lnTo>
                <a:lnTo>
                  <a:pt x="684784" y="155321"/>
                </a:lnTo>
                <a:lnTo>
                  <a:pt x="556006" y="34925"/>
                </a:lnTo>
                <a:lnTo>
                  <a:pt x="433705" y="9525"/>
                </a:lnTo>
                <a:lnTo>
                  <a:pt x="306578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787" y="906780"/>
            <a:ext cx="181610" cy="533400"/>
          </a:xfrm>
          <a:custGeom>
            <a:avLst/>
            <a:gdLst/>
            <a:ahLst/>
            <a:cxnLst/>
            <a:rect l="l" t="t" r="r" b="b"/>
            <a:pathLst>
              <a:path w="181610" h="533400">
                <a:moveTo>
                  <a:pt x="179705" y="0"/>
                </a:moveTo>
                <a:lnTo>
                  <a:pt x="57277" y="93599"/>
                </a:lnTo>
                <a:lnTo>
                  <a:pt x="0" y="212725"/>
                </a:lnTo>
                <a:lnTo>
                  <a:pt x="0" y="493649"/>
                </a:lnTo>
                <a:lnTo>
                  <a:pt x="6350" y="503174"/>
                </a:lnTo>
                <a:lnTo>
                  <a:pt x="20701" y="515874"/>
                </a:lnTo>
                <a:lnTo>
                  <a:pt x="39751" y="533400"/>
                </a:lnTo>
                <a:lnTo>
                  <a:pt x="47752" y="520700"/>
                </a:lnTo>
                <a:lnTo>
                  <a:pt x="65278" y="488950"/>
                </a:lnTo>
                <a:lnTo>
                  <a:pt x="76327" y="471424"/>
                </a:lnTo>
                <a:lnTo>
                  <a:pt x="87503" y="449199"/>
                </a:lnTo>
                <a:lnTo>
                  <a:pt x="95504" y="428625"/>
                </a:lnTo>
                <a:lnTo>
                  <a:pt x="100203" y="409575"/>
                </a:lnTo>
                <a:lnTo>
                  <a:pt x="106553" y="377825"/>
                </a:lnTo>
                <a:lnTo>
                  <a:pt x="116078" y="357124"/>
                </a:lnTo>
                <a:lnTo>
                  <a:pt x="128905" y="333375"/>
                </a:lnTo>
                <a:lnTo>
                  <a:pt x="152781" y="296799"/>
                </a:lnTo>
                <a:lnTo>
                  <a:pt x="157480" y="282575"/>
                </a:lnTo>
                <a:lnTo>
                  <a:pt x="168656" y="245999"/>
                </a:lnTo>
                <a:lnTo>
                  <a:pt x="178181" y="176149"/>
                </a:lnTo>
                <a:lnTo>
                  <a:pt x="179705" y="123825"/>
                </a:lnTo>
                <a:lnTo>
                  <a:pt x="181356" y="76200"/>
                </a:lnTo>
                <a:lnTo>
                  <a:pt x="181356" y="38100"/>
                </a:lnTo>
                <a:lnTo>
                  <a:pt x="179705" y="0"/>
                </a:lnTo>
                <a:close/>
              </a:path>
            </a:pathLst>
          </a:custGeom>
          <a:solidFill>
            <a:srgbClr val="564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2443" y="1908050"/>
            <a:ext cx="1216660" cy="1169035"/>
          </a:xfrm>
          <a:custGeom>
            <a:avLst/>
            <a:gdLst/>
            <a:ahLst/>
            <a:cxnLst/>
            <a:rect l="l" t="t" r="r" b="b"/>
            <a:pathLst>
              <a:path w="1216660" h="1169035">
                <a:moveTo>
                  <a:pt x="182625" y="295401"/>
                </a:moveTo>
                <a:lnTo>
                  <a:pt x="152400" y="295401"/>
                </a:lnTo>
                <a:lnTo>
                  <a:pt x="135000" y="298576"/>
                </a:lnTo>
                <a:lnTo>
                  <a:pt x="120650" y="301751"/>
                </a:lnTo>
                <a:lnTo>
                  <a:pt x="106425" y="306577"/>
                </a:lnTo>
                <a:lnTo>
                  <a:pt x="90550" y="312927"/>
                </a:lnTo>
                <a:lnTo>
                  <a:pt x="77850" y="320801"/>
                </a:lnTo>
                <a:lnTo>
                  <a:pt x="63500" y="328802"/>
                </a:lnTo>
                <a:lnTo>
                  <a:pt x="30225" y="360552"/>
                </a:lnTo>
                <a:lnTo>
                  <a:pt x="8000" y="403351"/>
                </a:lnTo>
                <a:lnTo>
                  <a:pt x="1650" y="435101"/>
                </a:lnTo>
                <a:lnTo>
                  <a:pt x="0" y="452627"/>
                </a:lnTo>
                <a:lnTo>
                  <a:pt x="4825" y="490727"/>
                </a:lnTo>
                <a:lnTo>
                  <a:pt x="14350" y="532002"/>
                </a:lnTo>
                <a:lnTo>
                  <a:pt x="25400" y="571753"/>
                </a:lnTo>
                <a:lnTo>
                  <a:pt x="38100" y="611504"/>
                </a:lnTo>
                <a:lnTo>
                  <a:pt x="50800" y="652779"/>
                </a:lnTo>
                <a:lnTo>
                  <a:pt x="65150" y="692403"/>
                </a:lnTo>
                <a:lnTo>
                  <a:pt x="84200" y="733805"/>
                </a:lnTo>
                <a:lnTo>
                  <a:pt x="101600" y="771905"/>
                </a:lnTo>
                <a:lnTo>
                  <a:pt x="120650" y="810005"/>
                </a:lnTo>
                <a:lnTo>
                  <a:pt x="142875" y="849629"/>
                </a:lnTo>
                <a:lnTo>
                  <a:pt x="166750" y="886205"/>
                </a:lnTo>
                <a:lnTo>
                  <a:pt x="190500" y="921130"/>
                </a:lnTo>
                <a:lnTo>
                  <a:pt x="215900" y="956055"/>
                </a:lnTo>
                <a:lnTo>
                  <a:pt x="242950" y="986281"/>
                </a:lnTo>
                <a:lnTo>
                  <a:pt x="273050" y="1018031"/>
                </a:lnTo>
                <a:lnTo>
                  <a:pt x="304800" y="1045082"/>
                </a:lnTo>
                <a:lnTo>
                  <a:pt x="335025" y="1072006"/>
                </a:lnTo>
                <a:lnTo>
                  <a:pt x="384175" y="1103756"/>
                </a:lnTo>
                <a:lnTo>
                  <a:pt x="438150" y="1132331"/>
                </a:lnTo>
                <a:lnTo>
                  <a:pt x="493775" y="1153032"/>
                </a:lnTo>
                <a:lnTo>
                  <a:pt x="579501" y="1167256"/>
                </a:lnTo>
                <a:lnTo>
                  <a:pt x="609727" y="1168907"/>
                </a:lnTo>
                <a:lnTo>
                  <a:pt x="638301" y="1168907"/>
                </a:lnTo>
                <a:lnTo>
                  <a:pt x="695451" y="1162557"/>
                </a:lnTo>
                <a:lnTo>
                  <a:pt x="754126" y="1149857"/>
                </a:lnTo>
                <a:lnTo>
                  <a:pt x="811276" y="1130807"/>
                </a:lnTo>
                <a:lnTo>
                  <a:pt x="866901" y="1102232"/>
                </a:lnTo>
                <a:lnTo>
                  <a:pt x="916051" y="1068831"/>
                </a:lnTo>
                <a:lnTo>
                  <a:pt x="984376" y="1008506"/>
                </a:lnTo>
                <a:lnTo>
                  <a:pt x="1022476" y="960881"/>
                </a:lnTo>
                <a:lnTo>
                  <a:pt x="1057402" y="911605"/>
                </a:lnTo>
                <a:lnTo>
                  <a:pt x="1085183" y="867155"/>
                </a:lnTo>
                <a:lnTo>
                  <a:pt x="639826" y="867155"/>
                </a:lnTo>
                <a:lnTo>
                  <a:pt x="614426" y="865504"/>
                </a:lnTo>
                <a:lnTo>
                  <a:pt x="566801" y="852804"/>
                </a:lnTo>
                <a:lnTo>
                  <a:pt x="519175" y="822705"/>
                </a:lnTo>
                <a:lnTo>
                  <a:pt x="481075" y="781430"/>
                </a:lnTo>
                <a:lnTo>
                  <a:pt x="463550" y="762380"/>
                </a:lnTo>
                <a:lnTo>
                  <a:pt x="436625" y="719454"/>
                </a:lnTo>
                <a:lnTo>
                  <a:pt x="411225" y="675004"/>
                </a:lnTo>
                <a:lnTo>
                  <a:pt x="390525" y="627379"/>
                </a:lnTo>
                <a:lnTo>
                  <a:pt x="371475" y="576452"/>
                </a:lnTo>
                <a:lnTo>
                  <a:pt x="355600" y="527303"/>
                </a:lnTo>
                <a:lnTo>
                  <a:pt x="342900" y="478027"/>
                </a:lnTo>
                <a:lnTo>
                  <a:pt x="331850" y="430402"/>
                </a:lnTo>
                <a:lnTo>
                  <a:pt x="325500" y="409701"/>
                </a:lnTo>
                <a:lnTo>
                  <a:pt x="304800" y="360552"/>
                </a:lnTo>
                <a:lnTo>
                  <a:pt x="282575" y="336676"/>
                </a:lnTo>
                <a:lnTo>
                  <a:pt x="271525" y="325627"/>
                </a:lnTo>
                <a:lnTo>
                  <a:pt x="258825" y="317626"/>
                </a:lnTo>
                <a:lnTo>
                  <a:pt x="242950" y="311276"/>
                </a:lnTo>
                <a:lnTo>
                  <a:pt x="228600" y="304926"/>
                </a:lnTo>
                <a:lnTo>
                  <a:pt x="214375" y="300227"/>
                </a:lnTo>
                <a:lnTo>
                  <a:pt x="200025" y="298576"/>
                </a:lnTo>
                <a:lnTo>
                  <a:pt x="182625" y="295401"/>
                </a:lnTo>
                <a:close/>
              </a:path>
              <a:path w="1216660" h="1169035">
                <a:moveTo>
                  <a:pt x="1097026" y="0"/>
                </a:moveTo>
                <a:lnTo>
                  <a:pt x="1085977" y="0"/>
                </a:lnTo>
                <a:lnTo>
                  <a:pt x="1074801" y="1650"/>
                </a:lnTo>
                <a:lnTo>
                  <a:pt x="1028826" y="17525"/>
                </a:lnTo>
                <a:lnTo>
                  <a:pt x="1011301" y="30225"/>
                </a:lnTo>
                <a:lnTo>
                  <a:pt x="1001776" y="36575"/>
                </a:lnTo>
                <a:lnTo>
                  <a:pt x="995426" y="46100"/>
                </a:lnTo>
                <a:lnTo>
                  <a:pt x="987551" y="55625"/>
                </a:lnTo>
                <a:lnTo>
                  <a:pt x="981201" y="66675"/>
                </a:lnTo>
                <a:lnTo>
                  <a:pt x="976376" y="77850"/>
                </a:lnTo>
                <a:lnTo>
                  <a:pt x="970026" y="95250"/>
                </a:lnTo>
                <a:lnTo>
                  <a:pt x="968501" y="112775"/>
                </a:lnTo>
                <a:lnTo>
                  <a:pt x="966851" y="133350"/>
                </a:lnTo>
                <a:lnTo>
                  <a:pt x="966851" y="227075"/>
                </a:lnTo>
                <a:lnTo>
                  <a:pt x="962151" y="289051"/>
                </a:lnTo>
                <a:lnTo>
                  <a:pt x="955801" y="352551"/>
                </a:lnTo>
                <a:lnTo>
                  <a:pt x="946276" y="416051"/>
                </a:lnTo>
                <a:lnTo>
                  <a:pt x="933576" y="479678"/>
                </a:lnTo>
                <a:lnTo>
                  <a:pt x="919226" y="541527"/>
                </a:lnTo>
                <a:lnTo>
                  <a:pt x="898651" y="605154"/>
                </a:lnTo>
                <a:lnTo>
                  <a:pt x="887476" y="633729"/>
                </a:lnTo>
                <a:lnTo>
                  <a:pt x="876426" y="663828"/>
                </a:lnTo>
                <a:lnTo>
                  <a:pt x="862076" y="692403"/>
                </a:lnTo>
                <a:lnTo>
                  <a:pt x="847851" y="720978"/>
                </a:lnTo>
                <a:lnTo>
                  <a:pt x="833501" y="744854"/>
                </a:lnTo>
                <a:lnTo>
                  <a:pt x="798576" y="789304"/>
                </a:lnTo>
                <a:lnTo>
                  <a:pt x="733551" y="838580"/>
                </a:lnTo>
                <a:lnTo>
                  <a:pt x="687451" y="857630"/>
                </a:lnTo>
                <a:lnTo>
                  <a:pt x="639826" y="867155"/>
                </a:lnTo>
                <a:lnTo>
                  <a:pt x="1085183" y="867155"/>
                </a:lnTo>
                <a:lnTo>
                  <a:pt x="1114552" y="803655"/>
                </a:lnTo>
                <a:lnTo>
                  <a:pt x="1136777" y="746505"/>
                </a:lnTo>
                <a:lnTo>
                  <a:pt x="1155827" y="687704"/>
                </a:lnTo>
                <a:lnTo>
                  <a:pt x="1171702" y="627379"/>
                </a:lnTo>
                <a:lnTo>
                  <a:pt x="1184402" y="566927"/>
                </a:lnTo>
                <a:lnTo>
                  <a:pt x="1195451" y="505078"/>
                </a:lnTo>
                <a:lnTo>
                  <a:pt x="1201801" y="443102"/>
                </a:lnTo>
                <a:lnTo>
                  <a:pt x="1208151" y="382777"/>
                </a:lnTo>
                <a:lnTo>
                  <a:pt x="1211326" y="320801"/>
                </a:lnTo>
                <a:lnTo>
                  <a:pt x="1214501" y="239775"/>
                </a:lnTo>
                <a:lnTo>
                  <a:pt x="1216152" y="193801"/>
                </a:lnTo>
                <a:lnTo>
                  <a:pt x="1216152" y="169925"/>
                </a:lnTo>
                <a:lnTo>
                  <a:pt x="1208151" y="103250"/>
                </a:lnTo>
                <a:lnTo>
                  <a:pt x="1192276" y="63500"/>
                </a:lnTo>
                <a:lnTo>
                  <a:pt x="1168527" y="31750"/>
                </a:lnTo>
                <a:lnTo>
                  <a:pt x="1133602" y="9525"/>
                </a:lnTo>
                <a:lnTo>
                  <a:pt x="1109726" y="1650"/>
                </a:lnTo>
                <a:lnTo>
                  <a:pt x="1097026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152" y="2103122"/>
            <a:ext cx="1172210" cy="1666239"/>
          </a:xfrm>
          <a:custGeom>
            <a:avLst/>
            <a:gdLst/>
            <a:ahLst/>
            <a:cxnLst/>
            <a:rect l="l" t="t" r="r" b="b"/>
            <a:pathLst>
              <a:path w="1172210" h="1666239">
                <a:moveTo>
                  <a:pt x="853185" y="0"/>
                </a:moveTo>
                <a:lnTo>
                  <a:pt x="321944" y="0"/>
                </a:lnTo>
                <a:lnTo>
                  <a:pt x="288670" y="1650"/>
                </a:lnTo>
                <a:lnTo>
                  <a:pt x="226821" y="14350"/>
                </a:lnTo>
                <a:lnTo>
                  <a:pt x="169671" y="38100"/>
                </a:lnTo>
                <a:lnTo>
                  <a:pt x="117347" y="73025"/>
                </a:lnTo>
                <a:lnTo>
                  <a:pt x="72897" y="117475"/>
                </a:lnTo>
                <a:lnTo>
                  <a:pt x="39623" y="166750"/>
                </a:lnTo>
                <a:lnTo>
                  <a:pt x="14223" y="225425"/>
                </a:lnTo>
                <a:lnTo>
                  <a:pt x="1523" y="287400"/>
                </a:lnTo>
                <a:lnTo>
                  <a:pt x="0" y="319150"/>
                </a:lnTo>
                <a:lnTo>
                  <a:pt x="0" y="1665731"/>
                </a:lnTo>
                <a:lnTo>
                  <a:pt x="1171956" y="1665731"/>
                </a:lnTo>
                <a:lnTo>
                  <a:pt x="1171956" y="319150"/>
                </a:lnTo>
                <a:lnTo>
                  <a:pt x="1167257" y="255650"/>
                </a:lnTo>
                <a:lnTo>
                  <a:pt x="1148207" y="196850"/>
                </a:lnTo>
                <a:lnTo>
                  <a:pt x="1117981" y="141350"/>
                </a:lnTo>
                <a:lnTo>
                  <a:pt x="1078357" y="93725"/>
                </a:lnTo>
                <a:lnTo>
                  <a:pt x="1030858" y="55625"/>
                </a:lnTo>
                <a:lnTo>
                  <a:pt x="1005458" y="38100"/>
                </a:lnTo>
                <a:lnTo>
                  <a:pt x="978534" y="25400"/>
                </a:lnTo>
                <a:lnTo>
                  <a:pt x="948308" y="14350"/>
                </a:lnTo>
                <a:lnTo>
                  <a:pt x="918209" y="4825"/>
                </a:lnTo>
                <a:lnTo>
                  <a:pt x="886459" y="1650"/>
                </a:lnTo>
                <a:lnTo>
                  <a:pt x="853185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166" y="2071118"/>
            <a:ext cx="220979" cy="125095"/>
          </a:xfrm>
          <a:custGeom>
            <a:avLst/>
            <a:gdLst/>
            <a:ahLst/>
            <a:cxnLst/>
            <a:rect l="l" t="t" r="r" b="b"/>
            <a:pathLst>
              <a:path w="220980" h="125094">
                <a:moveTo>
                  <a:pt x="120776" y="123317"/>
                </a:moveTo>
                <a:lnTo>
                  <a:pt x="98551" y="123317"/>
                </a:lnTo>
                <a:lnTo>
                  <a:pt x="109727" y="124968"/>
                </a:lnTo>
                <a:lnTo>
                  <a:pt x="120776" y="123317"/>
                </a:lnTo>
                <a:close/>
              </a:path>
              <a:path w="220980" h="125094">
                <a:moveTo>
                  <a:pt x="220979" y="0"/>
                </a:moveTo>
                <a:lnTo>
                  <a:pt x="1650" y="0"/>
                </a:lnTo>
                <a:lnTo>
                  <a:pt x="0" y="12826"/>
                </a:lnTo>
                <a:lnTo>
                  <a:pt x="1650" y="24003"/>
                </a:lnTo>
                <a:lnTo>
                  <a:pt x="1650" y="35306"/>
                </a:lnTo>
                <a:lnTo>
                  <a:pt x="19050" y="73660"/>
                </a:lnTo>
                <a:lnTo>
                  <a:pt x="49275" y="105791"/>
                </a:lnTo>
                <a:lnTo>
                  <a:pt x="89026" y="123317"/>
                </a:lnTo>
                <a:lnTo>
                  <a:pt x="131952" y="123317"/>
                </a:lnTo>
                <a:lnTo>
                  <a:pt x="173227" y="105791"/>
                </a:lnTo>
                <a:lnTo>
                  <a:pt x="201929" y="73660"/>
                </a:lnTo>
                <a:lnTo>
                  <a:pt x="219328" y="35306"/>
                </a:lnTo>
                <a:lnTo>
                  <a:pt x="220979" y="24003"/>
                </a:lnTo>
                <a:lnTo>
                  <a:pt x="220979" y="0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0738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2633" y="4948430"/>
            <a:ext cx="283845" cy="1009015"/>
          </a:xfrm>
          <a:custGeom>
            <a:avLst/>
            <a:gdLst/>
            <a:ahLst/>
            <a:cxnLst/>
            <a:rect l="l" t="t" r="r" b="b"/>
            <a:pathLst>
              <a:path w="283844" h="1009014">
                <a:moveTo>
                  <a:pt x="0" y="1008888"/>
                </a:moveTo>
                <a:lnTo>
                  <a:pt x="283463" y="1008888"/>
                </a:lnTo>
                <a:lnTo>
                  <a:pt x="283463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738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2633" y="4855466"/>
            <a:ext cx="283845" cy="93345"/>
          </a:xfrm>
          <a:custGeom>
            <a:avLst/>
            <a:gdLst/>
            <a:ahLst/>
            <a:cxnLst/>
            <a:rect l="l" t="t" r="r" b="b"/>
            <a:pathLst>
              <a:path w="283844" h="93345">
                <a:moveTo>
                  <a:pt x="0" y="92963"/>
                </a:moveTo>
                <a:lnTo>
                  <a:pt x="283463" y="92963"/>
                </a:lnTo>
                <a:lnTo>
                  <a:pt x="283463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DFC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2631" y="5954267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408940" y="0"/>
                </a:moveTo>
                <a:lnTo>
                  <a:pt x="0" y="0"/>
                </a:lnTo>
                <a:lnTo>
                  <a:pt x="0" y="251459"/>
                </a:lnTo>
                <a:lnTo>
                  <a:pt x="541020" y="251459"/>
                </a:lnTo>
                <a:lnTo>
                  <a:pt x="541020" y="130505"/>
                </a:lnTo>
                <a:lnTo>
                  <a:pt x="539369" y="117767"/>
                </a:lnTo>
                <a:lnTo>
                  <a:pt x="536194" y="101853"/>
                </a:lnTo>
                <a:lnTo>
                  <a:pt x="529844" y="89128"/>
                </a:lnTo>
                <a:lnTo>
                  <a:pt x="521970" y="76390"/>
                </a:lnTo>
                <a:lnTo>
                  <a:pt x="515620" y="63665"/>
                </a:lnTo>
                <a:lnTo>
                  <a:pt x="488569" y="31826"/>
                </a:lnTo>
                <a:lnTo>
                  <a:pt x="450342" y="11137"/>
                </a:lnTo>
                <a:lnTo>
                  <a:pt x="437642" y="4775"/>
                </a:lnTo>
                <a:lnTo>
                  <a:pt x="423291" y="1587"/>
                </a:lnTo>
                <a:lnTo>
                  <a:pt x="408940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7392" y="6120384"/>
            <a:ext cx="21336" cy="3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631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5012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703" y="5954267"/>
            <a:ext cx="539750" cy="251460"/>
          </a:xfrm>
          <a:custGeom>
            <a:avLst/>
            <a:gdLst/>
            <a:ahLst/>
            <a:cxnLst/>
            <a:rect l="l" t="t" r="r" b="b"/>
            <a:pathLst>
              <a:path w="539750" h="251460">
                <a:moveTo>
                  <a:pt x="539495" y="0"/>
                </a:moveTo>
                <a:lnTo>
                  <a:pt x="130175" y="0"/>
                </a:lnTo>
                <a:lnTo>
                  <a:pt x="115824" y="1587"/>
                </a:lnTo>
                <a:lnTo>
                  <a:pt x="103124" y="4775"/>
                </a:lnTo>
                <a:lnTo>
                  <a:pt x="87249" y="11137"/>
                </a:lnTo>
                <a:lnTo>
                  <a:pt x="74549" y="15913"/>
                </a:lnTo>
                <a:lnTo>
                  <a:pt x="52324" y="31826"/>
                </a:lnTo>
                <a:lnTo>
                  <a:pt x="41275" y="41376"/>
                </a:lnTo>
                <a:lnTo>
                  <a:pt x="33274" y="52514"/>
                </a:lnTo>
                <a:lnTo>
                  <a:pt x="23749" y="63665"/>
                </a:lnTo>
                <a:lnTo>
                  <a:pt x="15875" y="76390"/>
                </a:lnTo>
                <a:lnTo>
                  <a:pt x="11049" y="89128"/>
                </a:lnTo>
                <a:lnTo>
                  <a:pt x="4699" y="101853"/>
                </a:lnTo>
                <a:lnTo>
                  <a:pt x="1524" y="117767"/>
                </a:lnTo>
                <a:lnTo>
                  <a:pt x="0" y="130505"/>
                </a:lnTo>
                <a:lnTo>
                  <a:pt x="0" y="251459"/>
                </a:lnTo>
                <a:lnTo>
                  <a:pt x="539495" y="251459"/>
                </a:lnTo>
                <a:lnTo>
                  <a:pt x="539495" y="0"/>
                </a:lnTo>
                <a:close/>
              </a:path>
            </a:pathLst>
          </a:custGeom>
          <a:solidFill>
            <a:srgbClr val="9946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4703" y="6129530"/>
            <a:ext cx="539750" cy="24765"/>
          </a:xfrm>
          <a:custGeom>
            <a:avLst/>
            <a:gdLst/>
            <a:ahLst/>
            <a:cxnLst/>
            <a:rect l="l" t="t" r="r" b="b"/>
            <a:pathLst>
              <a:path w="539750" h="24764">
                <a:moveTo>
                  <a:pt x="0" y="24384"/>
                </a:moveTo>
                <a:lnTo>
                  <a:pt x="539495" y="24384"/>
                </a:lnTo>
                <a:lnTo>
                  <a:pt x="539495" y="0"/>
                </a:ln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763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084" y="6138671"/>
            <a:ext cx="554990" cy="73660"/>
          </a:xfrm>
          <a:custGeom>
            <a:avLst/>
            <a:gdLst/>
            <a:ahLst/>
            <a:cxnLst/>
            <a:rect l="l" t="t" r="r" b="b"/>
            <a:pathLst>
              <a:path w="554989" h="73660">
                <a:moveTo>
                  <a:pt x="0" y="73151"/>
                </a:moveTo>
                <a:lnTo>
                  <a:pt x="554736" y="73151"/>
                </a:lnTo>
                <a:lnTo>
                  <a:pt x="554736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1675" y="3768852"/>
            <a:ext cx="1173480" cy="1087120"/>
          </a:xfrm>
          <a:custGeom>
            <a:avLst/>
            <a:gdLst/>
            <a:ahLst/>
            <a:cxnLst/>
            <a:rect l="l" t="t" r="r" b="b"/>
            <a:pathLst>
              <a:path w="1173480" h="1087120">
                <a:moveTo>
                  <a:pt x="1173480" y="1086612"/>
                </a:moveTo>
                <a:lnTo>
                  <a:pt x="1173480" y="0"/>
                </a:lnTo>
                <a:lnTo>
                  <a:pt x="0" y="0"/>
                </a:lnTo>
                <a:lnTo>
                  <a:pt x="0" y="1086612"/>
                </a:lnTo>
                <a:lnTo>
                  <a:pt x="1173480" y="1086612"/>
                </a:lnTo>
                <a:close/>
              </a:path>
            </a:pathLst>
          </a:custGeom>
          <a:solidFill>
            <a:srgbClr val="6082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288" y="2101595"/>
            <a:ext cx="676910" cy="1851660"/>
          </a:xfrm>
          <a:custGeom>
            <a:avLst/>
            <a:gdLst/>
            <a:ahLst/>
            <a:cxnLst/>
            <a:rect l="l" t="t" r="r" b="b"/>
            <a:pathLst>
              <a:path w="676910" h="1851660">
                <a:moveTo>
                  <a:pt x="551179" y="0"/>
                </a:moveTo>
                <a:lnTo>
                  <a:pt x="535304" y="0"/>
                </a:lnTo>
                <a:lnTo>
                  <a:pt x="519429" y="1524"/>
                </a:lnTo>
                <a:lnTo>
                  <a:pt x="501903" y="4699"/>
                </a:lnTo>
                <a:lnTo>
                  <a:pt x="486028" y="11049"/>
                </a:lnTo>
                <a:lnTo>
                  <a:pt x="468629" y="15875"/>
                </a:lnTo>
                <a:lnTo>
                  <a:pt x="408178" y="52324"/>
                </a:lnTo>
                <a:lnTo>
                  <a:pt x="355853" y="93599"/>
                </a:lnTo>
                <a:lnTo>
                  <a:pt x="311277" y="131699"/>
                </a:lnTo>
                <a:lnTo>
                  <a:pt x="270002" y="174498"/>
                </a:lnTo>
                <a:lnTo>
                  <a:pt x="235077" y="217424"/>
                </a:lnTo>
                <a:lnTo>
                  <a:pt x="200152" y="263398"/>
                </a:lnTo>
                <a:lnTo>
                  <a:pt x="171577" y="311023"/>
                </a:lnTo>
                <a:lnTo>
                  <a:pt x="117602" y="412496"/>
                </a:lnTo>
                <a:lnTo>
                  <a:pt x="95250" y="466471"/>
                </a:lnTo>
                <a:lnTo>
                  <a:pt x="77850" y="518795"/>
                </a:lnTo>
                <a:lnTo>
                  <a:pt x="60325" y="574421"/>
                </a:lnTo>
                <a:lnTo>
                  <a:pt x="46100" y="631443"/>
                </a:lnTo>
                <a:lnTo>
                  <a:pt x="33400" y="685418"/>
                </a:lnTo>
                <a:lnTo>
                  <a:pt x="23875" y="742568"/>
                </a:lnTo>
                <a:lnTo>
                  <a:pt x="15875" y="799718"/>
                </a:lnTo>
                <a:lnTo>
                  <a:pt x="9525" y="856868"/>
                </a:lnTo>
                <a:lnTo>
                  <a:pt x="6350" y="913891"/>
                </a:lnTo>
                <a:lnTo>
                  <a:pt x="1650" y="1005966"/>
                </a:lnTo>
                <a:lnTo>
                  <a:pt x="0" y="1099565"/>
                </a:lnTo>
                <a:lnTo>
                  <a:pt x="0" y="1285239"/>
                </a:lnTo>
                <a:lnTo>
                  <a:pt x="6350" y="1469263"/>
                </a:lnTo>
                <a:lnTo>
                  <a:pt x="9525" y="1654937"/>
                </a:lnTo>
                <a:lnTo>
                  <a:pt x="11175" y="1851660"/>
                </a:lnTo>
                <a:lnTo>
                  <a:pt x="244602" y="1851660"/>
                </a:lnTo>
                <a:lnTo>
                  <a:pt x="246253" y="1800860"/>
                </a:lnTo>
                <a:lnTo>
                  <a:pt x="247777" y="1746885"/>
                </a:lnTo>
                <a:lnTo>
                  <a:pt x="247777" y="1642237"/>
                </a:lnTo>
                <a:lnTo>
                  <a:pt x="246253" y="1537462"/>
                </a:lnTo>
                <a:lnTo>
                  <a:pt x="246253" y="1432814"/>
                </a:lnTo>
                <a:lnTo>
                  <a:pt x="250952" y="1047241"/>
                </a:lnTo>
                <a:lnTo>
                  <a:pt x="252603" y="986916"/>
                </a:lnTo>
                <a:lnTo>
                  <a:pt x="255778" y="928242"/>
                </a:lnTo>
                <a:lnTo>
                  <a:pt x="263652" y="867917"/>
                </a:lnTo>
                <a:lnTo>
                  <a:pt x="270002" y="809243"/>
                </a:lnTo>
                <a:lnTo>
                  <a:pt x="281178" y="750442"/>
                </a:lnTo>
                <a:lnTo>
                  <a:pt x="297053" y="691768"/>
                </a:lnTo>
                <a:lnTo>
                  <a:pt x="312928" y="634618"/>
                </a:lnTo>
                <a:lnTo>
                  <a:pt x="333502" y="577596"/>
                </a:lnTo>
                <a:lnTo>
                  <a:pt x="352678" y="531495"/>
                </a:lnTo>
                <a:lnTo>
                  <a:pt x="374903" y="485521"/>
                </a:lnTo>
                <a:lnTo>
                  <a:pt x="403478" y="437896"/>
                </a:lnTo>
                <a:lnTo>
                  <a:pt x="433578" y="391922"/>
                </a:lnTo>
                <a:lnTo>
                  <a:pt x="451103" y="372872"/>
                </a:lnTo>
                <a:lnTo>
                  <a:pt x="468629" y="352298"/>
                </a:lnTo>
                <a:lnTo>
                  <a:pt x="505078" y="315722"/>
                </a:lnTo>
                <a:lnTo>
                  <a:pt x="546354" y="283972"/>
                </a:lnTo>
                <a:lnTo>
                  <a:pt x="590930" y="261747"/>
                </a:lnTo>
                <a:lnTo>
                  <a:pt x="608329" y="252222"/>
                </a:lnTo>
                <a:lnTo>
                  <a:pt x="640079" y="228473"/>
                </a:lnTo>
                <a:lnTo>
                  <a:pt x="662304" y="196723"/>
                </a:lnTo>
                <a:lnTo>
                  <a:pt x="675004" y="158623"/>
                </a:lnTo>
                <a:lnTo>
                  <a:pt x="676655" y="141224"/>
                </a:lnTo>
                <a:lnTo>
                  <a:pt x="676655" y="122174"/>
                </a:lnTo>
                <a:lnTo>
                  <a:pt x="667130" y="84074"/>
                </a:lnTo>
                <a:lnTo>
                  <a:pt x="636904" y="36449"/>
                </a:lnTo>
                <a:lnTo>
                  <a:pt x="601979" y="12700"/>
                </a:lnTo>
                <a:lnTo>
                  <a:pt x="568705" y="1524"/>
                </a:lnTo>
                <a:lnTo>
                  <a:pt x="551179" y="0"/>
                </a:lnTo>
                <a:close/>
              </a:path>
            </a:pathLst>
          </a:custGeom>
          <a:solidFill>
            <a:srgbClr val="8AB9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4173" y="1517903"/>
            <a:ext cx="375285" cy="553720"/>
          </a:xfrm>
          <a:custGeom>
            <a:avLst/>
            <a:gdLst/>
            <a:ahLst/>
            <a:cxnLst/>
            <a:rect l="l" t="t" r="r" b="b"/>
            <a:pathLst>
              <a:path w="375285" h="553719">
                <a:moveTo>
                  <a:pt x="77850" y="0"/>
                </a:moveTo>
                <a:lnTo>
                  <a:pt x="66675" y="0"/>
                </a:lnTo>
                <a:lnTo>
                  <a:pt x="61975" y="3175"/>
                </a:lnTo>
                <a:lnTo>
                  <a:pt x="58800" y="6350"/>
                </a:lnTo>
                <a:lnTo>
                  <a:pt x="57150" y="12700"/>
                </a:lnTo>
                <a:lnTo>
                  <a:pt x="50800" y="28575"/>
                </a:lnTo>
                <a:lnTo>
                  <a:pt x="47625" y="50673"/>
                </a:lnTo>
                <a:lnTo>
                  <a:pt x="46100" y="76073"/>
                </a:lnTo>
                <a:lnTo>
                  <a:pt x="46100" y="106172"/>
                </a:lnTo>
                <a:lnTo>
                  <a:pt x="44450" y="168021"/>
                </a:lnTo>
                <a:lnTo>
                  <a:pt x="46144" y="234569"/>
                </a:lnTo>
                <a:lnTo>
                  <a:pt x="47625" y="286893"/>
                </a:lnTo>
                <a:lnTo>
                  <a:pt x="50800" y="340741"/>
                </a:lnTo>
                <a:lnTo>
                  <a:pt x="44450" y="345567"/>
                </a:lnTo>
                <a:lnTo>
                  <a:pt x="15875" y="372491"/>
                </a:lnTo>
                <a:lnTo>
                  <a:pt x="0" y="408940"/>
                </a:lnTo>
                <a:lnTo>
                  <a:pt x="0" y="415290"/>
                </a:lnTo>
                <a:lnTo>
                  <a:pt x="30225" y="469138"/>
                </a:lnTo>
                <a:lnTo>
                  <a:pt x="81025" y="535813"/>
                </a:lnTo>
                <a:lnTo>
                  <a:pt x="95377" y="553212"/>
                </a:lnTo>
                <a:lnTo>
                  <a:pt x="344678" y="553212"/>
                </a:lnTo>
                <a:lnTo>
                  <a:pt x="352679" y="507238"/>
                </a:lnTo>
                <a:lnTo>
                  <a:pt x="360553" y="461263"/>
                </a:lnTo>
                <a:lnTo>
                  <a:pt x="365379" y="407416"/>
                </a:lnTo>
                <a:lnTo>
                  <a:pt x="371729" y="351917"/>
                </a:lnTo>
                <a:lnTo>
                  <a:pt x="374904" y="301117"/>
                </a:lnTo>
                <a:lnTo>
                  <a:pt x="374904" y="280543"/>
                </a:lnTo>
                <a:lnTo>
                  <a:pt x="373253" y="261493"/>
                </a:lnTo>
                <a:lnTo>
                  <a:pt x="370078" y="248920"/>
                </a:lnTo>
                <a:lnTo>
                  <a:pt x="365379" y="245745"/>
                </a:lnTo>
                <a:lnTo>
                  <a:pt x="364520" y="244094"/>
                </a:lnTo>
                <a:lnTo>
                  <a:pt x="238252" y="244094"/>
                </a:lnTo>
                <a:lnTo>
                  <a:pt x="225552" y="242570"/>
                </a:lnTo>
                <a:lnTo>
                  <a:pt x="214503" y="239395"/>
                </a:lnTo>
                <a:lnTo>
                  <a:pt x="195453" y="233045"/>
                </a:lnTo>
                <a:lnTo>
                  <a:pt x="187452" y="231394"/>
                </a:lnTo>
                <a:lnTo>
                  <a:pt x="177927" y="228219"/>
                </a:lnTo>
                <a:lnTo>
                  <a:pt x="136652" y="228219"/>
                </a:lnTo>
                <a:lnTo>
                  <a:pt x="115950" y="60198"/>
                </a:lnTo>
                <a:lnTo>
                  <a:pt x="114427" y="50673"/>
                </a:lnTo>
                <a:lnTo>
                  <a:pt x="112775" y="41275"/>
                </a:lnTo>
                <a:lnTo>
                  <a:pt x="108077" y="31750"/>
                </a:lnTo>
                <a:lnTo>
                  <a:pt x="103250" y="20574"/>
                </a:lnTo>
                <a:lnTo>
                  <a:pt x="93725" y="11049"/>
                </a:lnTo>
                <a:lnTo>
                  <a:pt x="90550" y="4699"/>
                </a:lnTo>
                <a:lnTo>
                  <a:pt x="82550" y="3175"/>
                </a:lnTo>
                <a:lnTo>
                  <a:pt x="77850" y="0"/>
                </a:lnTo>
                <a:close/>
              </a:path>
              <a:path w="375285" h="553719">
                <a:moveTo>
                  <a:pt x="328803" y="228219"/>
                </a:moveTo>
                <a:lnTo>
                  <a:pt x="317754" y="228219"/>
                </a:lnTo>
                <a:lnTo>
                  <a:pt x="293878" y="234569"/>
                </a:lnTo>
                <a:lnTo>
                  <a:pt x="266827" y="242570"/>
                </a:lnTo>
                <a:lnTo>
                  <a:pt x="250952" y="244094"/>
                </a:lnTo>
                <a:lnTo>
                  <a:pt x="364520" y="244094"/>
                </a:lnTo>
                <a:lnTo>
                  <a:pt x="363728" y="242570"/>
                </a:lnTo>
                <a:lnTo>
                  <a:pt x="351028" y="234569"/>
                </a:lnTo>
                <a:lnTo>
                  <a:pt x="328803" y="228219"/>
                </a:lnTo>
                <a:close/>
              </a:path>
              <a:path w="375285" h="553719">
                <a:moveTo>
                  <a:pt x="163575" y="226695"/>
                </a:moveTo>
                <a:lnTo>
                  <a:pt x="149352" y="228219"/>
                </a:lnTo>
                <a:lnTo>
                  <a:pt x="177927" y="228219"/>
                </a:lnTo>
                <a:lnTo>
                  <a:pt x="163575" y="226695"/>
                </a:lnTo>
                <a:close/>
              </a:path>
            </a:pathLst>
          </a:custGeom>
          <a:solidFill>
            <a:srgbClr val="F1D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A52065-A86F-444F-B464-45E561FA865E}"/>
              </a:ext>
            </a:extLst>
          </p:cNvPr>
          <p:cNvSpPr/>
          <p:nvPr/>
        </p:nvSpPr>
        <p:spPr>
          <a:xfrm>
            <a:off x="1" y="2"/>
            <a:ext cx="9144000" cy="443865"/>
          </a:xfrm>
          <a:prstGeom prst="rect">
            <a:avLst/>
          </a:prstGeom>
          <a:solidFill>
            <a:srgbClr val="93C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Synchronized Swimming Match Management</a:t>
            </a:r>
            <a:endParaRPr lang="ko-KR" altLang="en-US" sz="2800" dirty="0"/>
          </a:p>
        </p:txBody>
      </p:sp>
      <p:sp>
        <p:nvSpPr>
          <p:cNvPr id="44" name="object 31"/>
          <p:cNvSpPr txBox="1"/>
          <p:nvPr/>
        </p:nvSpPr>
        <p:spPr>
          <a:xfrm>
            <a:off x="2509457" y="638813"/>
            <a:ext cx="267214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2000" dirty="0">
                <a:solidFill>
                  <a:srgbClr val="252525"/>
                </a:solidFill>
                <a:latin typeface="Segoe UI"/>
                <a:cs typeface="Segoe UI"/>
              </a:rPr>
              <a:t>분석 모델링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46" name="object 31"/>
          <p:cNvSpPr txBox="1"/>
          <p:nvPr/>
        </p:nvSpPr>
        <p:spPr>
          <a:xfrm>
            <a:off x="2693611" y="1130625"/>
            <a:ext cx="217209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ko-KR" altLang="en-US" sz="1600" dirty="0">
                <a:solidFill>
                  <a:srgbClr val="252525"/>
                </a:solidFill>
                <a:latin typeface="Segoe UI"/>
                <a:cs typeface="Segoe UI"/>
              </a:rPr>
              <a:t>추적성 매트릭스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07DCA93-79A2-4535-8C97-77FE551C0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611" y="1329773"/>
            <a:ext cx="16353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94CA21DC-C9BC-459B-821A-F3CB491C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1889004"/>
            <a:ext cx="159194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4AB4F81-0EF9-4477-ADB7-ECAF4CB8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9" y="3503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563DC40-17F5-4EC7-98DC-93F8BB178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612" y="1702620"/>
            <a:ext cx="6155686" cy="441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58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5">
            <a:extLst>
              <a:ext uri="{FF2B5EF4-FFF2-40B4-BE49-F238E27FC236}">
                <a16:creationId xmlns:a16="http://schemas.microsoft.com/office/drawing/2014/main" id="{C8A64053-6A17-4186-9E66-2F06F15E3FCD}"/>
              </a:ext>
            </a:extLst>
          </p:cNvPr>
          <p:cNvSpPr txBox="1"/>
          <p:nvPr/>
        </p:nvSpPr>
        <p:spPr>
          <a:xfrm>
            <a:off x="3792576" y="1472684"/>
            <a:ext cx="13335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altLang="ko-KR" sz="3200" b="1">
                <a:latin typeface="Segoe UI"/>
                <a:cs typeface="Segoe UI"/>
              </a:rPr>
              <a:t>5.</a:t>
            </a:r>
            <a:r>
              <a:rPr lang="ko-KR" altLang="en-US" sz="3200" b="1" dirty="0">
                <a:latin typeface="Segoe UI"/>
                <a:cs typeface="Segoe UI"/>
              </a:rPr>
              <a:t>설계</a:t>
            </a:r>
            <a:endParaRPr sz="3200" dirty="0">
              <a:latin typeface="Segoe UI"/>
              <a:cs typeface="Segoe U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827B6F5-92D1-496C-9A42-AF6F1B9E1C1D}"/>
              </a:ext>
            </a:extLst>
          </p:cNvPr>
          <p:cNvSpPr/>
          <p:nvPr/>
        </p:nvSpPr>
        <p:spPr>
          <a:xfrm>
            <a:off x="2438401" y="2440567"/>
            <a:ext cx="4041855" cy="2944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0949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1437</Words>
  <Application>Microsoft Office PowerPoint</Application>
  <PresentationFormat>화면 슬라이드 쇼(4:3)</PresentationFormat>
  <Paragraphs>470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맑은 고딕</vt:lpstr>
      <vt:lpstr>함초롬바탕</vt:lpstr>
      <vt:lpstr>Arial</vt:lpstr>
      <vt:lpstr>Calibri</vt:lpstr>
      <vt:lpstr>Palatino Linotype</vt:lpstr>
      <vt:lpstr>Segoe UI</vt:lpstr>
      <vt:lpstr>Wingdings</vt:lpstr>
      <vt:lpstr>Office Theme</vt:lpstr>
      <vt:lpstr>객체지향소프트웨어 최종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Raditya Zayadi</dc:creator>
  <cp:lastModifiedBy>th.kim</cp:lastModifiedBy>
  <cp:revision>17</cp:revision>
  <dcterms:created xsi:type="dcterms:W3CDTF">2017-03-14T17:00:30Z</dcterms:created>
  <dcterms:modified xsi:type="dcterms:W3CDTF">2018-06-13T03:45:54Z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2017-03-14T00:00:00Z</vt:filetime>
  </property>
</Properties>
</file>